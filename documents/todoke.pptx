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9F1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B5D1F-6F93-829E-1C2B-8CC11A98F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B31646-1629-C902-6E2E-92D3ECD65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432FA4-0EC1-19E1-1B86-3E45C2D3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EE7C6F-05AD-17F8-BF2E-FD915AAB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26674A-5936-D351-BA92-3E48BC9D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10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3775C-50B1-4252-D292-134EC172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2EFA91-A23D-1186-9351-76D745504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6D3814-B244-8190-CFF3-9E1769EE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58C2D1-FFCA-FF22-CAEE-B19D3B5BB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69EF46-4944-507F-FF3E-02C516C4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01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1B010C-DA72-A0E9-DAC9-2E5AD08A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87802D-E090-61B6-2014-3572F0AC1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49E737-4FEF-E662-1F23-8352562C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C63F6A-1A68-5B33-AD8C-21530161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CCB08-14CB-19FB-581D-4ACA3EEA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30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136FA-72BC-ADD7-4052-37C7E799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21E1A8-35BE-2ACF-A0F2-0BC1138F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36454F-7AF2-C7D1-14F7-841D2B8E4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06465A-F155-D729-8600-F43FBE67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7AEF37-E68F-ECFE-F247-85BA48D5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887133-01B5-EBA8-830C-C1B893E2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25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8F3DE7-DA7A-35FB-8367-E9CE8ED0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D64C94-2586-194C-45B5-C53EFF711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A1716B-2D86-FADE-165A-2C8BA4A3E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406B8C-4C23-0B10-BC99-4D258D5A6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487EB62-3444-1C9A-DF2E-AD897C91B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2810CC-BA8C-46FC-80D8-FCAA667A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B1A128-19A0-D751-94D8-FCDA93AA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D5751FB-4CF9-EB89-5DA6-F2157348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461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A75A-5093-DBDA-FF0F-B2CF6C90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21C9D8-1729-4CA2-7865-C6E96AB9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EA997FE-8679-119B-3A6A-97F402EE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D95628-EF0E-FD48-F99C-917399DC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80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34C085-1A7A-3313-EAAD-65F9EC29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1C5F31-161D-61F4-CF29-DF04D08E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C7FCB2-2F1A-E061-6DF8-1161CB22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45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A1C550-454C-942B-3CEE-50E63BE7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20D63F-689B-A5D9-1F27-3FC356603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3BD051-7845-B10A-FB6D-2517EB5D6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3C39B3-D182-0DBA-6CBC-D539EB5C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23AD44-EB4D-77C6-88C2-49953D6F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4CC1B3-20FF-6D9E-8165-9ECDF153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80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6EFA39-877D-2717-5498-D77FA4B4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50349EB-92B0-D943-676E-587F62A95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48581C-6B33-0150-5FC2-D4EE2695D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CAC8FC-FA27-CFF1-D6EA-6ABF3C0D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1C114A-248D-3D80-D41D-BF5469EB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2A68C9-D594-0AE2-5F0E-0EE93CB4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70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BE3F16-AF3C-7892-687E-573C029D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EF4238-E478-2A9C-6EB2-486296DDC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1A9C7D-1973-EC82-8017-25B892EB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4E7350-11A2-47DF-F2D5-2F9D12FC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D79356-72B3-FDDB-658D-D1E62ED3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072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5A2A1A3-B56E-7BC5-F66B-CE8842BCB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4EC2A2-7B3A-CD8D-7393-CC6995E3A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0EB669-10A1-F0CC-A4B5-010A3F8B5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BA2E41-B619-AFA4-7304-B362EEFE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DED43E-0C4A-3C92-B607-3CD5BACD7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06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E43B22-7EDA-149A-C14C-DB5327AB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6FC166-BD2C-08F0-5EC1-D0171CD36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9C747C-F6AC-2CDA-1762-5AD140E03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DEC42-7A5A-4C48-99EE-B2E4346FFDD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D5251A-7316-BE68-56CE-407349FBA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F24036-AEA1-B41D-C1BC-F74D13C5B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ED69-2263-4DD6-A89C-22188CF3F9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04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6AD38EB-FFB6-4595-C562-31FF453D7117}"/>
              </a:ext>
            </a:extLst>
          </p:cNvPr>
          <p:cNvSpPr/>
          <p:nvPr/>
        </p:nvSpPr>
        <p:spPr>
          <a:xfrm>
            <a:off x="8426245" y="285135"/>
            <a:ext cx="3551631" cy="1498665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F0C9180-4F0A-3CA8-13A6-41E37D961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0387539">
            <a:off x="3843651" y="139817"/>
            <a:ext cx="1716761" cy="756931"/>
          </a:xfrm>
          <a:ln w="3175">
            <a:noFill/>
          </a:ln>
        </p:spPr>
        <p:txBody>
          <a:bodyPr>
            <a:normAutofit/>
          </a:bodyPr>
          <a:lstStyle/>
          <a:p>
            <a:pPr algn="l"/>
            <a:r>
              <a:rPr lang="ja-JP" altLang="en-US" sz="4000" dirty="0">
                <a:ln>
                  <a:solidFill>
                    <a:schemeClr val="bg1"/>
                  </a:solidFill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届け！</a:t>
            </a:r>
          </a:p>
        </p:txBody>
      </p:sp>
      <p:sp>
        <p:nvSpPr>
          <p:cNvPr id="6" name="タイトル 4">
            <a:extLst>
              <a:ext uri="{FF2B5EF4-FFF2-40B4-BE49-F238E27FC236}">
                <a16:creationId xmlns:a16="http://schemas.microsoft.com/office/drawing/2014/main" id="{FF0586FE-BD3D-C7C6-83E4-395116446A33}"/>
              </a:ext>
            </a:extLst>
          </p:cNvPr>
          <p:cNvSpPr txBox="1">
            <a:spLocks/>
          </p:cNvSpPr>
          <p:nvPr/>
        </p:nvSpPr>
        <p:spPr>
          <a:xfrm>
            <a:off x="4723970" y="712836"/>
            <a:ext cx="3967318" cy="7569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44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このおもい！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4F5165F-610C-1D6D-4772-361EB3ACCDCE}"/>
              </a:ext>
            </a:extLst>
          </p:cNvPr>
          <p:cNvSpPr txBox="1"/>
          <p:nvPr/>
        </p:nvSpPr>
        <p:spPr>
          <a:xfrm>
            <a:off x="8593394" y="398805"/>
            <a:ext cx="33844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ジャンル　      </a:t>
            </a:r>
            <a:r>
              <a:rPr lang="en-US" altLang="ja-JP" sz="1400" dirty="0"/>
              <a:t>: </a:t>
            </a:r>
            <a:r>
              <a:rPr lang="ja-JP" altLang="en-US" sz="1400" dirty="0"/>
              <a:t>タイミングアクション</a:t>
            </a:r>
            <a:br>
              <a:rPr lang="en-US" altLang="ja-JP" sz="1400" dirty="0"/>
            </a:br>
            <a:r>
              <a:rPr lang="ja-JP" altLang="en-US" sz="1400" dirty="0"/>
              <a:t>ハード　　      </a:t>
            </a:r>
            <a:r>
              <a:rPr lang="en-US" altLang="ja-JP" sz="1400" dirty="0"/>
              <a:t>: </a:t>
            </a:r>
            <a:r>
              <a:rPr lang="ja-JP" altLang="en-US" sz="1400" dirty="0"/>
              <a:t>スマホ</a:t>
            </a:r>
            <a:br>
              <a:rPr lang="en-US" altLang="ja-JP" sz="1400" dirty="0"/>
            </a:br>
            <a:r>
              <a:rPr lang="ja-JP" altLang="en-US" sz="1400" dirty="0"/>
              <a:t>ターゲット      </a:t>
            </a:r>
            <a:r>
              <a:rPr lang="en-US" altLang="ja-JP" sz="1400" dirty="0"/>
              <a:t>: </a:t>
            </a:r>
            <a:r>
              <a:rPr lang="ja-JP" altLang="en-US" sz="1400" dirty="0"/>
              <a:t>バカゲー好き</a:t>
            </a:r>
            <a:br>
              <a:rPr lang="en-US" altLang="ja-JP" sz="1400" dirty="0"/>
            </a:br>
            <a:r>
              <a:rPr lang="ja-JP" altLang="en-US" sz="1400" dirty="0"/>
              <a:t>プレイ人数      </a:t>
            </a:r>
            <a:r>
              <a:rPr lang="en-US" altLang="ja-JP" sz="1400" dirty="0"/>
              <a:t>: </a:t>
            </a:r>
            <a:r>
              <a:rPr lang="ja-JP" altLang="en-US" sz="1400" dirty="0"/>
              <a:t>１人</a:t>
            </a:r>
            <a:br>
              <a:rPr lang="en-US" altLang="ja-JP" sz="1400" dirty="0"/>
            </a:br>
            <a:r>
              <a:rPr lang="ja-JP" altLang="en-US" sz="1400" dirty="0"/>
              <a:t>操作方法      　</a:t>
            </a:r>
            <a:r>
              <a:rPr lang="en-US" altLang="ja-JP" sz="1400" dirty="0"/>
              <a:t>: </a:t>
            </a:r>
            <a:r>
              <a:rPr lang="ja-JP" altLang="en-US" sz="1400" dirty="0"/>
              <a:t>タップで決定</a:t>
            </a:r>
            <a:br>
              <a:rPr lang="en-US" altLang="ja-JP" sz="1400" dirty="0"/>
            </a:br>
            <a:r>
              <a:rPr lang="ja-JP" altLang="en-US" sz="1400" dirty="0"/>
              <a:t>　　　　　　　 スワイプで選択</a:t>
            </a:r>
            <a:endParaRPr kumimoji="1" lang="ja-JP" altLang="en-US" sz="1400" dirty="0"/>
          </a:p>
        </p:txBody>
      </p:sp>
      <p:pic>
        <p:nvPicPr>
          <p:cNvPr id="1030" name="Picture 6" descr="女子高生（セーラー服）の無料イラスト">
            <a:extLst>
              <a:ext uri="{FF2B5EF4-FFF2-40B4-BE49-F238E27FC236}">
                <a16:creationId xmlns:a16="http://schemas.microsoft.com/office/drawing/2014/main" id="{F93850E0-66FD-B3F2-A112-EA45D429A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78" y="1371086"/>
            <a:ext cx="1289053" cy="128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タイトル 4">
            <a:extLst>
              <a:ext uri="{FF2B5EF4-FFF2-40B4-BE49-F238E27FC236}">
                <a16:creationId xmlns:a16="http://schemas.microsoft.com/office/drawing/2014/main" id="{48FB56AA-F54B-1D01-6890-54ECB96A48F1}"/>
              </a:ext>
            </a:extLst>
          </p:cNvPr>
          <p:cNvSpPr txBox="1">
            <a:spLocks/>
          </p:cNvSpPr>
          <p:nvPr/>
        </p:nvSpPr>
        <p:spPr>
          <a:xfrm>
            <a:off x="325487" y="300670"/>
            <a:ext cx="2840231" cy="756931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0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タイミングよくタップして</a:t>
            </a:r>
            <a:br>
              <a:rPr lang="en-US" altLang="ja-JP" sz="20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20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おもいをぶつけろ！！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C36FCE0B-E386-5916-1D94-C4F816E6F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60" t="41721" b="36427"/>
          <a:stretch>
            <a:fillRect/>
          </a:stretch>
        </p:blipFill>
        <p:spPr>
          <a:xfrm rot="5400000">
            <a:off x="2330606" y="4940423"/>
            <a:ext cx="3352803" cy="96128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6C711BB-27F8-2CE0-0770-475F29F0D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2" r="48212" b="65018"/>
          <a:stretch>
            <a:fillRect/>
          </a:stretch>
        </p:blipFill>
        <p:spPr>
          <a:xfrm>
            <a:off x="3403688" y="2997833"/>
            <a:ext cx="1206637" cy="1019675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0AA9C61-7FEE-1C10-D71D-FE68340B78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228" y="4443501"/>
            <a:ext cx="1159711" cy="115971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385C4E8-E6B4-EC41-92B4-B1FC8B216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0" t="26234" b="30179"/>
          <a:stretch>
            <a:fillRect/>
          </a:stretch>
        </p:blipFill>
        <p:spPr>
          <a:xfrm rot="5019952">
            <a:off x="1718093" y="5436570"/>
            <a:ext cx="1646122" cy="1086876"/>
          </a:xfrm>
          <a:prstGeom prst="rect">
            <a:avLst/>
          </a:prstGeom>
        </p:spPr>
      </p:pic>
      <p:pic>
        <p:nvPicPr>
          <p:cNvPr id="1032" name="Picture 8" descr="かわいい風ちゃんのイラスト">
            <a:extLst>
              <a:ext uri="{FF2B5EF4-FFF2-40B4-BE49-F238E27FC236}">
                <a16:creationId xmlns:a16="http://schemas.microsoft.com/office/drawing/2014/main" id="{91994808-E1D9-146C-9C10-C15F7722D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9" y="1405289"/>
            <a:ext cx="1206414" cy="98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2E9B900-8B7F-BFEA-2177-CE8BBDE2D036}"/>
              </a:ext>
            </a:extLst>
          </p:cNvPr>
          <p:cNvSpPr/>
          <p:nvPr/>
        </p:nvSpPr>
        <p:spPr>
          <a:xfrm>
            <a:off x="73319" y="5963139"/>
            <a:ext cx="1504907" cy="812702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タイトル 4">
            <a:extLst>
              <a:ext uri="{FF2B5EF4-FFF2-40B4-BE49-F238E27FC236}">
                <a16:creationId xmlns:a16="http://schemas.microsoft.com/office/drawing/2014/main" id="{E90CD2EE-B93B-1820-ED81-EAD2FE84F497}"/>
              </a:ext>
            </a:extLst>
          </p:cNvPr>
          <p:cNvSpPr txBox="1">
            <a:spLocks/>
          </p:cNvSpPr>
          <p:nvPr/>
        </p:nvSpPr>
        <p:spPr>
          <a:xfrm>
            <a:off x="73319" y="6103301"/>
            <a:ext cx="1159711" cy="308278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800" dirty="0">
                <a:ln w="3175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ラブレター</a:t>
            </a:r>
          </a:p>
        </p:txBody>
      </p:sp>
      <p:sp>
        <p:nvSpPr>
          <p:cNvPr id="23" name="タイトル 4">
            <a:extLst>
              <a:ext uri="{FF2B5EF4-FFF2-40B4-BE49-F238E27FC236}">
                <a16:creationId xmlns:a16="http://schemas.microsoft.com/office/drawing/2014/main" id="{CBAA29A4-E127-BDB1-85E6-542BF75746B2}"/>
              </a:ext>
            </a:extLst>
          </p:cNvPr>
          <p:cNvSpPr txBox="1">
            <a:spLocks/>
          </p:cNvSpPr>
          <p:nvPr/>
        </p:nvSpPr>
        <p:spPr>
          <a:xfrm>
            <a:off x="825772" y="6346667"/>
            <a:ext cx="738069" cy="308278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1800" dirty="0">
                <a:ln w="0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20g</a:t>
            </a:r>
            <a:endParaRPr lang="ja-JP" altLang="en-US" sz="1800" dirty="0">
              <a:ln w="0">
                <a:noFill/>
              </a:ln>
              <a:solidFill>
                <a:srgbClr val="FF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B7DD080-A330-2584-F324-F3840114F84B}"/>
              </a:ext>
            </a:extLst>
          </p:cNvPr>
          <p:cNvSpPr/>
          <p:nvPr/>
        </p:nvSpPr>
        <p:spPr>
          <a:xfrm>
            <a:off x="73319" y="2258012"/>
            <a:ext cx="1490522" cy="269482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タイトル 4">
            <a:extLst>
              <a:ext uri="{FF2B5EF4-FFF2-40B4-BE49-F238E27FC236}">
                <a16:creationId xmlns:a16="http://schemas.microsoft.com/office/drawing/2014/main" id="{99A538C4-892C-6044-CF1D-F1C38C38D0B4}"/>
              </a:ext>
            </a:extLst>
          </p:cNvPr>
          <p:cNvSpPr txBox="1">
            <a:spLocks/>
          </p:cNvSpPr>
          <p:nvPr/>
        </p:nvSpPr>
        <p:spPr>
          <a:xfrm>
            <a:off x="238724" y="2238614"/>
            <a:ext cx="1159711" cy="308278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800" dirty="0">
                <a:ln w="3175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風速３</a:t>
            </a:r>
            <a:r>
              <a:rPr lang="en-US" altLang="ja-JP" sz="1800" dirty="0">
                <a:ln w="3175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m/s</a:t>
            </a:r>
            <a:endParaRPr lang="ja-JP" altLang="en-US" sz="1800" dirty="0">
              <a:ln w="3175">
                <a:noFill/>
              </a:ln>
              <a:solidFill>
                <a:srgbClr val="FF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5B55921D-3A20-3C0B-B1A9-1FA45A3774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7" y="4690775"/>
            <a:ext cx="1513504" cy="908102"/>
          </a:xfrm>
          <a:prstGeom prst="rect">
            <a:avLst/>
          </a:prstGeom>
        </p:spPr>
      </p:pic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4B7091C6-1CEA-7978-07DD-103F409F2FE4}"/>
              </a:ext>
            </a:extLst>
          </p:cNvPr>
          <p:cNvCxnSpPr>
            <a:cxnSpLocks/>
          </p:cNvCxnSpPr>
          <p:nvPr/>
        </p:nvCxnSpPr>
        <p:spPr>
          <a:xfrm flipH="1">
            <a:off x="4310667" y="5001124"/>
            <a:ext cx="4424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3B4AECC7-F5B6-EE6C-87B0-0BFAA6908839}"/>
              </a:ext>
            </a:extLst>
          </p:cNvPr>
          <p:cNvSpPr/>
          <p:nvPr/>
        </p:nvSpPr>
        <p:spPr>
          <a:xfrm>
            <a:off x="3834718" y="4961795"/>
            <a:ext cx="314856" cy="1524000"/>
          </a:xfrm>
          <a:prstGeom prst="roundRect">
            <a:avLst/>
          </a:prstGeom>
          <a:solidFill>
            <a:srgbClr val="FF89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2996DEB-4F3D-BF9B-268B-16FDD51CFCE9}"/>
              </a:ext>
            </a:extLst>
          </p:cNvPr>
          <p:cNvCxnSpPr>
            <a:cxnSpLocks/>
          </p:cNvCxnSpPr>
          <p:nvPr/>
        </p:nvCxnSpPr>
        <p:spPr>
          <a:xfrm flipV="1">
            <a:off x="807089" y="4866968"/>
            <a:ext cx="0" cy="590969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259E0E5-79AB-766B-FCC6-BB88B7453B27}"/>
              </a:ext>
            </a:extLst>
          </p:cNvPr>
          <p:cNvSpPr/>
          <p:nvPr/>
        </p:nvSpPr>
        <p:spPr>
          <a:xfrm>
            <a:off x="5260258" y="2015613"/>
            <a:ext cx="3165987" cy="19074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76905E2-CD43-6EF7-9E0A-D48CD17A1ECF}"/>
              </a:ext>
            </a:extLst>
          </p:cNvPr>
          <p:cNvSpPr/>
          <p:nvPr/>
        </p:nvSpPr>
        <p:spPr>
          <a:xfrm>
            <a:off x="5260257" y="4316361"/>
            <a:ext cx="3165987" cy="19074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B63D3C1-BEF0-621C-23F9-BA1FF039C761}"/>
              </a:ext>
            </a:extLst>
          </p:cNvPr>
          <p:cNvSpPr/>
          <p:nvPr/>
        </p:nvSpPr>
        <p:spPr>
          <a:xfrm>
            <a:off x="8811889" y="4316361"/>
            <a:ext cx="3165987" cy="19074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8DCB17B-B980-8BBA-85D9-85FEC8A0D745}"/>
              </a:ext>
            </a:extLst>
          </p:cNvPr>
          <p:cNvSpPr/>
          <p:nvPr/>
        </p:nvSpPr>
        <p:spPr>
          <a:xfrm>
            <a:off x="8787289" y="2016647"/>
            <a:ext cx="3165987" cy="19074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D9D2C6AF-A136-8CF3-2DCE-5177896DA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60" t="41721" b="36427"/>
          <a:stretch>
            <a:fillRect/>
          </a:stretch>
        </p:blipFill>
        <p:spPr>
          <a:xfrm rot="5400000">
            <a:off x="5149530" y="2864477"/>
            <a:ext cx="1232841" cy="619386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74A0ECF9-D482-F46B-325E-B657195A9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2" r="48212" b="65018"/>
          <a:stretch>
            <a:fillRect/>
          </a:stretch>
        </p:blipFill>
        <p:spPr>
          <a:xfrm>
            <a:off x="5460664" y="2238614"/>
            <a:ext cx="591810" cy="500112"/>
          </a:xfrm>
          <a:prstGeom prst="rect">
            <a:avLst/>
          </a:prstGeom>
        </p:spPr>
      </p:pic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59B95DF-194B-FE4E-D0D0-1735406386F6}"/>
              </a:ext>
            </a:extLst>
          </p:cNvPr>
          <p:cNvCxnSpPr>
            <a:cxnSpLocks/>
          </p:cNvCxnSpPr>
          <p:nvPr/>
        </p:nvCxnSpPr>
        <p:spPr>
          <a:xfrm flipH="1">
            <a:off x="5937346" y="3057861"/>
            <a:ext cx="30613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B5FFE2FB-5E26-D06F-DD5C-52EA4A661412}"/>
              </a:ext>
            </a:extLst>
          </p:cNvPr>
          <p:cNvSpPr/>
          <p:nvPr/>
        </p:nvSpPr>
        <p:spPr>
          <a:xfrm>
            <a:off x="5657496" y="3057861"/>
            <a:ext cx="198146" cy="496785"/>
          </a:xfrm>
          <a:prstGeom prst="roundRect">
            <a:avLst/>
          </a:prstGeom>
          <a:solidFill>
            <a:srgbClr val="FF89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タイトル 4">
            <a:extLst>
              <a:ext uri="{FF2B5EF4-FFF2-40B4-BE49-F238E27FC236}">
                <a16:creationId xmlns:a16="http://schemas.microsoft.com/office/drawing/2014/main" id="{88864524-DE46-5C90-FA2B-3F74F535D914}"/>
              </a:ext>
            </a:extLst>
          </p:cNvPr>
          <p:cNvSpPr txBox="1">
            <a:spLocks/>
          </p:cNvSpPr>
          <p:nvPr/>
        </p:nvSpPr>
        <p:spPr>
          <a:xfrm>
            <a:off x="6325188" y="2425569"/>
            <a:ext cx="2154601" cy="1129077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投げる強さを決めろ！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強すぎても弱すぎても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ダメだ！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おも</a:t>
            </a:r>
            <a:r>
              <a:rPr lang="ja-JP" altLang="en-US" sz="160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いを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届けるのは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簡単じゃない！</a:t>
            </a:r>
          </a:p>
        </p:txBody>
      </p:sp>
      <p:pic>
        <p:nvPicPr>
          <p:cNvPr id="52" name="Picture 8" descr="かわいい風ちゃんのイラスト">
            <a:extLst>
              <a:ext uri="{FF2B5EF4-FFF2-40B4-BE49-F238E27FC236}">
                <a16:creationId xmlns:a16="http://schemas.microsoft.com/office/drawing/2014/main" id="{D3E4572C-D335-F1A8-D6EE-D98921E1E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369" y="4290703"/>
            <a:ext cx="918545" cy="75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タイトル 4">
            <a:extLst>
              <a:ext uri="{FF2B5EF4-FFF2-40B4-BE49-F238E27FC236}">
                <a16:creationId xmlns:a16="http://schemas.microsoft.com/office/drawing/2014/main" id="{9B4A1836-31C3-F034-D660-1868D161AA11}"/>
              </a:ext>
            </a:extLst>
          </p:cNvPr>
          <p:cNvSpPr txBox="1">
            <a:spLocks/>
          </p:cNvSpPr>
          <p:nvPr/>
        </p:nvSpPr>
        <p:spPr>
          <a:xfrm>
            <a:off x="6323091" y="4593078"/>
            <a:ext cx="1974735" cy="1103495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風が恋路を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妨害してくるぞ！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角度を調整して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風に立ち向かえ！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66A4BFDB-140A-A45F-D57E-B4096DDBD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018" y="2285299"/>
            <a:ext cx="784640" cy="784640"/>
          </a:xfrm>
          <a:prstGeom prst="rect">
            <a:avLst/>
          </a:prstGeom>
        </p:spPr>
      </p:pic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0EA832A-A17F-A746-FF76-464C939265F2}"/>
              </a:ext>
            </a:extLst>
          </p:cNvPr>
          <p:cNvSpPr/>
          <p:nvPr/>
        </p:nvSpPr>
        <p:spPr>
          <a:xfrm>
            <a:off x="8955526" y="3118051"/>
            <a:ext cx="953157" cy="672540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タイトル 4">
            <a:extLst>
              <a:ext uri="{FF2B5EF4-FFF2-40B4-BE49-F238E27FC236}">
                <a16:creationId xmlns:a16="http://schemas.microsoft.com/office/drawing/2014/main" id="{E54E9F9A-8DD7-6A5E-24FA-874D21D5CA45}"/>
              </a:ext>
            </a:extLst>
          </p:cNvPr>
          <p:cNvSpPr txBox="1">
            <a:spLocks/>
          </p:cNvSpPr>
          <p:nvPr/>
        </p:nvSpPr>
        <p:spPr>
          <a:xfrm>
            <a:off x="8909966" y="3175395"/>
            <a:ext cx="1159711" cy="308278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400" dirty="0">
                <a:ln w="3175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ラブレター</a:t>
            </a:r>
          </a:p>
        </p:txBody>
      </p:sp>
      <p:sp>
        <p:nvSpPr>
          <p:cNvPr id="57" name="タイトル 4">
            <a:extLst>
              <a:ext uri="{FF2B5EF4-FFF2-40B4-BE49-F238E27FC236}">
                <a16:creationId xmlns:a16="http://schemas.microsoft.com/office/drawing/2014/main" id="{18A4B3E0-78C0-C568-5B47-09D914CFF707}"/>
              </a:ext>
            </a:extLst>
          </p:cNvPr>
          <p:cNvSpPr txBox="1">
            <a:spLocks/>
          </p:cNvSpPr>
          <p:nvPr/>
        </p:nvSpPr>
        <p:spPr>
          <a:xfrm>
            <a:off x="9338851" y="3400216"/>
            <a:ext cx="738069" cy="344446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1400" dirty="0">
                <a:ln w="0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20g</a:t>
            </a:r>
            <a:endParaRPr lang="ja-JP" altLang="en-US" sz="1400" dirty="0">
              <a:ln w="0">
                <a:noFill/>
              </a:ln>
              <a:solidFill>
                <a:srgbClr val="FF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8" name="タイトル 4">
            <a:extLst>
              <a:ext uri="{FF2B5EF4-FFF2-40B4-BE49-F238E27FC236}">
                <a16:creationId xmlns:a16="http://schemas.microsoft.com/office/drawing/2014/main" id="{0D7FC5B4-4893-E7A3-B3AD-C262213600E0}"/>
              </a:ext>
            </a:extLst>
          </p:cNvPr>
          <p:cNvSpPr txBox="1">
            <a:spLocks/>
          </p:cNvSpPr>
          <p:nvPr/>
        </p:nvSpPr>
        <p:spPr>
          <a:xfrm>
            <a:off x="9934176" y="2404241"/>
            <a:ext cx="2154601" cy="915989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投げるものには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“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おもさ</a:t>
            </a: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”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がある！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“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おもさ</a:t>
            </a: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”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を考慮して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角度や強さを決めろ！</a:t>
            </a:r>
            <a:endParaRPr lang="en-US" altLang="ja-JP" sz="1600" dirty="0">
              <a:ln w="3175">
                <a:noFill/>
              </a:ln>
              <a:solidFill>
                <a:srgbClr val="FF6699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0F413D7C-EB01-1B41-930E-FDD699FD66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70" y="5309898"/>
            <a:ext cx="937071" cy="562242"/>
          </a:xfrm>
          <a:prstGeom prst="rect">
            <a:avLst/>
          </a:prstGeom>
        </p:spPr>
      </p:pic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5EDEFC10-D829-1EBD-5A92-58C4CFD20350}"/>
              </a:ext>
            </a:extLst>
          </p:cNvPr>
          <p:cNvCxnSpPr>
            <a:cxnSpLocks/>
          </p:cNvCxnSpPr>
          <p:nvPr/>
        </p:nvCxnSpPr>
        <p:spPr>
          <a:xfrm flipH="1" flipV="1">
            <a:off x="5832704" y="5505459"/>
            <a:ext cx="1" cy="2954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C404B76-BE19-A53F-D732-3CB2AE343E72}"/>
              </a:ext>
            </a:extLst>
          </p:cNvPr>
          <p:cNvSpPr/>
          <p:nvPr/>
        </p:nvSpPr>
        <p:spPr>
          <a:xfrm>
            <a:off x="5324939" y="4916129"/>
            <a:ext cx="948042" cy="267331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タイトル 4">
            <a:extLst>
              <a:ext uri="{FF2B5EF4-FFF2-40B4-BE49-F238E27FC236}">
                <a16:creationId xmlns:a16="http://schemas.microsoft.com/office/drawing/2014/main" id="{1F303AFD-CCD3-21C5-7B1D-58EBBA66C0F0}"/>
              </a:ext>
            </a:extLst>
          </p:cNvPr>
          <p:cNvSpPr txBox="1">
            <a:spLocks/>
          </p:cNvSpPr>
          <p:nvPr/>
        </p:nvSpPr>
        <p:spPr>
          <a:xfrm>
            <a:off x="5324939" y="4958130"/>
            <a:ext cx="1259138" cy="225330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400" dirty="0">
                <a:ln w="3175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風速３</a:t>
            </a:r>
            <a:r>
              <a:rPr lang="en-US" altLang="ja-JP" sz="1400" dirty="0">
                <a:ln w="3175">
                  <a:noFill/>
                </a:ln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m/s</a:t>
            </a:r>
            <a:endParaRPr lang="ja-JP" altLang="en-US" sz="1400" dirty="0">
              <a:ln w="3175">
                <a:noFill/>
              </a:ln>
              <a:solidFill>
                <a:srgbClr val="FF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7AD90BD8-192E-65B2-181A-DF8CD4E0B68A}"/>
              </a:ext>
            </a:extLst>
          </p:cNvPr>
          <p:cNvSpPr/>
          <p:nvPr/>
        </p:nvSpPr>
        <p:spPr>
          <a:xfrm>
            <a:off x="3176891" y="1874501"/>
            <a:ext cx="1583336" cy="6434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タイトル 4">
            <a:extLst>
              <a:ext uri="{FF2B5EF4-FFF2-40B4-BE49-F238E27FC236}">
                <a16:creationId xmlns:a16="http://schemas.microsoft.com/office/drawing/2014/main" id="{25AD8F12-9873-8284-3678-48B19F2147D8}"/>
              </a:ext>
            </a:extLst>
          </p:cNvPr>
          <p:cNvSpPr txBox="1">
            <a:spLocks/>
          </p:cNvSpPr>
          <p:nvPr/>
        </p:nvSpPr>
        <p:spPr>
          <a:xfrm>
            <a:off x="3239443" y="1958015"/>
            <a:ext cx="1447372" cy="4319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0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距離 </a:t>
            </a:r>
            <a:r>
              <a:rPr lang="en-US" altLang="ja-JP" sz="20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:</a:t>
            </a:r>
            <a:r>
              <a:rPr lang="ja-JP" altLang="en-US" sz="20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</a:t>
            </a:r>
            <a:r>
              <a:rPr lang="en-US" altLang="ja-JP" sz="20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22m</a:t>
            </a:r>
            <a:endParaRPr lang="ja-JP" altLang="en-US" sz="2000" dirty="0">
              <a:gradFill flip="none" rotWithShape="1">
                <a:gsLst>
                  <a:gs pos="100000">
                    <a:srgbClr val="FF6699"/>
                  </a:gs>
                  <a:gs pos="69000">
                    <a:srgbClr val="FF89F1"/>
                  </a:gs>
                  <a:gs pos="37000">
                    <a:srgbClr val="FF6699"/>
                  </a:gs>
                  <a:gs pos="0">
                    <a:srgbClr val="FF6699"/>
                  </a:gs>
                  <a:gs pos="17000">
                    <a:srgbClr val="FF89F1"/>
                  </a:gs>
                </a:gsLst>
                <a:lin ang="0" scaled="1"/>
                <a:tileRect/>
              </a:gra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9B8E5BE8-CC91-E658-2887-F91A0866FDC3}"/>
              </a:ext>
            </a:extLst>
          </p:cNvPr>
          <p:cNvSpPr/>
          <p:nvPr/>
        </p:nvSpPr>
        <p:spPr>
          <a:xfrm>
            <a:off x="8895968" y="5043471"/>
            <a:ext cx="978650" cy="4153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タイトル 4">
            <a:extLst>
              <a:ext uri="{FF2B5EF4-FFF2-40B4-BE49-F238E27FC236}">
                <a16:creationId xmlns:a16="http://schemas.microsoft.com/office/drawing/2014/main" id="{39E0D257-6099-C9BB-71B0-4A4AF4D9F27B}"/>
              </a:ext>
            </a:extLst>
          </p:cNvPr>
          <p:cNvSpPr txBox="1">
            <a:spLocks/>
          </p:cNvSpPr>
          <p:nvPr/>
        </p:nvSpPr>
        <p:spPr>
          <a:xfrm>
            <a:off x="8861999" y="5082853"/>
            <a:ext cx="1091338" cy="3211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4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距離 </a:t>
            </a:r>
            <a:r>
              <a:rPr lang="en-US" altLang="ja-JP" sz="14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:</a:t>
            </a:r>
            <a:r>
              <a:rPr lang="ja-JP" altLang="en-US" sz="14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</a:t>
            </a:r>
            <a:r>
              <a:rPr lang="en-US" altLang="ja-JP" sz="1400" dirty="0">
                <a:gradFill flip="none" rotWithShape="1">
                  <a:gsLst>
                    <a:gs pos="100000">
                      <a:srgbClr val="FF6699"/>
                    </a:gs>
                    <a:gs pos="69000">
                      <a:srgbClr val="FF89F1"/>
                    </a:gs>
                    <a:gs pos="37000">
                      <a:srgbClr val="FF6699"/>
                    </a:gs>
                    <a:gs pos="0">
                      <a:srgbClr val="FF6699"/>
                    </a:gs>
                    <a:gs pos="17000">
                      <a:srgbClr val="FF89F1"/>
                    </a:gs>
                  </a:gsLst>
                  <a:lin ang="0" scaled="1"/>
                  <a:tileRect/>
                </a:gra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22m</a:t>
            </a:r>
            <a:endParaRPr lang="ja-JP" altLang="en-US" sz="1400" dirty="0">
              <a:gradFill flip="none" rotWithShape="1">
                <a:gsLst>
                  <a:gs pos="100000">
                    <a:srgbClr val="FF6699"/>
                  </a:gs>
                  <a:gs pos="69000">
                    <a:srgbClr val="FF89F1"/>
                  </a:gs>
                  <a:gs pos="37000">
                    <a:srgbClr val="FF6699"/>
                  </a:gs>
                  <a:gs pos="0">
                    <a:srgbClr val="FF6699"/>
                  </a:gs>
                  <a:gs pos="17000">
                    <a:srgbClr val="FF89F1"/>
                  </a:gs>
                </a:gsLst>
                <a:lin ang="0" scaled="1"/>
                <a:tileRect/>
              </a:gra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39" name="タイトル 4">
            <a:extLst>
              <a:ext uri="{FF2B5EF4-FFF2-40B4-BE49-F238E27FC236}">
                <a16:creationId xmlns:a16="http://schemas.microsoft.com/office/drawing/2014/main" id="{AB550909-E0D2-E8AF-3A6E-1F77ADE7FB39}"/>
              </a:ext>
            </a:extLst>
          </p:cNvPr>
          <p:cNvSpPr txBox="1">
            <a:spLocks/>
          </p:cNvSpPr>
          <p:nvPr/>
        </p:nvSpPr>
        <p:spPr>
          <a:xfrm>
            <a:off x="9987062" y="4691061"/>
            <a:ext cx="2154601" cy="1237674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現在の</a:t>
            </a: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”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距離</a:t>
            </a: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”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を表している！！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成功させるたびに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近づいていき</a:t>
            </a: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…</a:t>
            </a:r>
            <a:b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0m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になったらクリア！</a:t>
            </a:r>
            <a:endParaRPr lang="en-US" altLang="ja-JP" sz="1600" dirty="0">
              <a:ln w="3175">
                <a:noFill/>
              </a:ln>
              <a:solidFill>
                <a:srgbClr val="FF6699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40" name="タイトル 4">
            <a:extLst>
              <a:ext uri="{FF2B5EF4-FFF2-40B4-BE49-F238E27FC236}">
                <a16:creationId xmlns:a16="http://schemas.microsoft.com/office/drawing/2014/main" id="{3FD942DE-1430-37C8-7518-A3BEEA0F0B01}"/>
              </a:ext>
            </a:extLst>
          </p:cNvPr>
          <p:cNvSpPr txBox="1">
            <a:spLocks/>
          </p:cNvSpPr>
          <p:nvPr/>
        </p:nvSpPr>
        <p:spPr>
          <a:xfrm>
            <a:off x="9908683" y="3356797"/>
            <a:ext cx="2154601" cy="525776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(</a:t>
            </a:r>
            <a:r>
              <a:rPr lang="ja-JP" altLang="en-US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投げるものには色々な種類があります</a:t>
            </a:r>
            <a:r>
              <a:rPr lang="en-US" altLang="ja-JP" sz="1600" dirty="0">
                <a:ln w="3175">
                  <a:noFill/>
                </a:ln>
                <a:solidFill>
                  <a:srgbClr val="FF6699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712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169</Words>
  <Application>Microsoft Office PowerPoint</Application>
  <PresentationFormat>ワイド画面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HGP創英角ｺﾞｼｯｸUB</vt:lpstr>
      <vt:lpstr>游ゴシック</vt:lpstr>
      <vt:lpstr>游ゴシック Light</vt:lpstr>
      <vt:lpstr>Arial</vt:lpstr>
      <vt:lpstr>Office テーマ</vt:lpstr>
      <vt:lpstr>届け！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いっと 田中</dc:creator>
  <cp:lastModifiedBy>いっと 田中</cp:lastModifiedBy>
  <cp:revision>9</cp:revision>
  <dcterms:created xsi:type="dcterms:W3CDTF">2026-02-01T17:29:52Z</dcterms:created>
  <dcterms:modified xsi:type="dcterms:W3CDTF">2026-02-01T19:32:41Z</dcterms:modified>
</cp:coreProperties>
</file>