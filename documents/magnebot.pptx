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77" r:id="rId5"/>
    <p:sldId id="256" r:id="rId6"/>
    <p:sldId id="275" r:id="rId7"/>
    <p:sldId id="276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いっと 田中" initials="い田" lastIdx="1" clrIdx="0">
    <p:extLst>
      <p:ext uri="{19B8F6BF-5375-455C-9EA6-DF929625EA0E}">
        <p15:presenceInfo xmlns:p15="http://schemas.microsoft.com/office/powerpoint/2012/main" userId="01326552d801b6c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1D9C3A-736F-17CD-AE1D-5EB1D5F07450}" v="2" dt="2026-06-30T13:42:09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田中 威斗" userId="S::ktc25a31a0033@edu.kyoto-tech.ac.jp::e30640c7-90b7-4437-84af-3a137dce42ae" providerId="AD" clId="Web-{BF1D9C3A-736F-17CD-AE1D-5EB1D5F07450}"/>
    <pc:docChg chg="delSld sldOrd modSection">
      <pc:chgData name="田中 威斗" userId="S::ktc25a31a0033@edu.kyoto-tech.ac.jp::e30640c7-90b7-4437-84af-3a137dce42ae" providerId="AD" clId="Web-{BF1D9C3A-736F-17CD-AE1D-5EB1D5F07450}" dt="2026-06-30T13:42:09.186" v="1"/>
      <pc:docMkLst>
        <pc:docMk/>
      </pc:docMkLst>
      <pc:sldChg chg="del">
        <pc:chgData name="田中 威斗" userId="S::ktc25a31a0033@edu.kyoto-tech.ac.jp::e30640c7-90b7-4437-84af-3a137dce42ae" providerId="AD" clId="Web-{BF1D9C3A-736F-17CD-AE1D-5EB1D5F07450}" dt="2026-06-30T13:42:04.623" v="0"/>
        <pc:sldMkLst>
          <pc:docMk/>
          <pc:sldMk cId="1010275850" sldId="273"/>
        </pc:sldMkLst>
      </pc:sldChg>
      <pc:sldChg chg="ord">
        <pc:chgData name="田中 威斗" userId="S::ktc25a31a0033@edu.kyoto-tech.ac.jp::e30640c7-90b7-4437-84af-3a137dce42ae" providerId="AD" clId="Web-{BF1D9C3A-736F-17CD-AE1D-5EB1D5F07450}" dt="2026-06-30T13:42:09.186" v="1"/>
        <pc:sldMkLst>
          <pc:docMk/>
          <pc:sldMk cId="1692430586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D3E8F-3224-4443-8140-B3F16F97E1CB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1806F3-83E9-46B1-9062-B712BDC13B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0973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623128-7486-F266-C421-CA1BC908F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5A28054-517D-1D91-72F1-4BA54188C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6D885B-8244-D39F-9D86-4E224A63B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3F14-EB73-446E-B023-5B63ACD021DB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39328F-BA30-DC76-68CA-90100726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AEEFA9-E96E-468F-A41E-59E5F5214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342C-A1FC-4FDA-8667-0A71DA7B27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423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C4D1AC-DFD2-F1D5-2F57-2ED68A22C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717199-CE72-4ADE-4969-0966CE4F2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E4EF06-49AB-3DAF-9920-5F0E182CE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3F14-EB73-446E-B023-5B63ACD021DB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3246ED-FD73-8844-FACD-7F060883D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C5DA56-4D94-9ADD-9F93-014427E13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342C-A1FC-4FDA-8667-0A71DA7B27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4638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85DA5A-6C8C-5E08-D095-A0FBB52C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AF76CCA-8B55-324D-7370-2AE231BCA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91D280-C366-E279-4B66-F2942D72A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3F14-EB73-446E-B023-5B63ACD021DB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00A1AE-EC70-FE34-7F22-32D3C6CAF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B3A427-D555-B2B1-0C5F-A0AAE89F8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342C-A1FC-4FDA-8667-0A71DA7B27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5457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730982-7A6E-ABE4-68BE-AE6E0BCE4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506C97-7525-5F39-9D68-7FF412528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2794D2-60A6-5374-1CD4-EDBD07C3F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D5C7371-A602-3471-7702-96D610A4C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3F14-EB73-446E-B023-5B63ACD021DB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272587-6423-0CC2-C588-2B6AD9034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6A40BC-DD70-E436-E835-EC1E97F47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342C-A1FC-4FDA-8667-0A71DA7B27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081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23C5A5-DA03-A9B2-99F2-058479D3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D3A318-7764-06CA-0BD3-63A1841D9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D4FDF1-9FB0-F77F-05C9-83039C5AB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B7453EC-A784-4526-133B-62569A7CE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D7ADE4C-1BC1-0CCC-8831-AC7329B827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8BAB9E6-2FD7-0951-7D51-4CDCDDA4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3F14-EB73-446E-B023-5B63ACD021DB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C9A5775-4EE6-02F2-6136-303C86B56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1BAC1A8-F3B2-96FC-5481-FCF22D74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342C-A1FC-4FDA-8667-0A71DA7B27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7894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C3015E-248F-4384-D228-3D0BD966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749B8C2-0C4C-CC81-E418-4AB861640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3F14-EB73-446E-B023-5B63ACD021DB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561D849-FAEE-4118-60B7-03670AC7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6F8EBA6-B17D-7A05-BE9C-48209C619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342C-A1FC-4FDA-8667-0A71DA7B27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762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83FE0F1-D1E6-73BA-4499-286EE0046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3F14-EB73-446E-B023-5B63ACD021DB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F734D32-A0E3-3EB9-F7FC-09422D9A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A6C6D35-2564-3DE4-6D48-1293E291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342C-A1FC-4FDA-8667-0A71DA7B27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555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C519BB-CE02-188D-0255-83B78A98B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B17A1E-42A1-0FFB-D0DF-E1CAEAD8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B27263-DDD0-B6DB-B4F8-1889B4C9A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D2082EE-2299-8BB3-033E-EA2D068FE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3F14-EB73-446E-B023-5B63ACD021DB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0E1E0F5-9918-1211-F5B4-CB9455064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CB7345-4259-F9AF-CAF6-4B330BB0A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342C-A1FC-4FDA-8667-0A71DA7B27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4528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B39581-AF0D-3BA3-61B3-3121E43D5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F4EB0B0-0D69-438D-FA18-E1BB0C73A8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70B87-D2DD-ED17-84E9-65A13239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72CCE3-BD72-8447-77E7-DDE65538D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3F14-EB73-446E-B023-5B63ACD021DB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9884DD-4160-3028-CAB2-FA90D5EA2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03A6934-BC71-4BFB-1288-62756EE2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342C-A1FC-4FDA-8667-0A71DA7B27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7804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56296C-21D5-B7EB-0566-BA7F462C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89E11F7-FBDD-A986-E728-D1C734B6E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4222ED-F8E2-41ED-319C-74D464C68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3F14-EB73-446E-B023-5B63ACD021DB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4D1916-44E7-AF61-7F92-922ED1E97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94FAA5-8E3A-E176-BCF3-4635942EE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342C-A1FC-4FDA-8667-0A71DA7B27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6026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3F47DD3-138C-3403-4652-C0B0B50A0B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B58F6D1-8A0F-A1E5-3474-17F27F9F5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41466D-4160-EB9B-8CE5-64F5AACB2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3F14-EB73-446E-B023-5B63ACD021DB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7EA97F-0CDB-A7C0-FE06-D28F76AE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2F849F-D966-463C-3FC0-F67BFD56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342C-A1FC-4FDA-8667-0A71DA7B27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191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8EAE164-0E30-F1E2-802C-94A815B69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2AE51B-3454-6ACE-21AC-9C3462084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33C68F-F289-2974-C8FD-73A7B4D49C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13F14-EB73-446E-B023-5B63ACD021DB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C346B9-FD19-3B0F-E075-AD5193F1AA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A4B3CC-63CD-04CC-D9F9-12281BAB1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4342C-A1FC-4FDA-8667-0A71DA7B27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21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13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58A59-D495-2E8E-1F80-B19718748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0E755AFE-2323-C4E8-B1C5-E66BB4931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464EBFA-BC84-54D6-CD9D-61BAD3552CD6}"/>
              </a:ext>
            </a:extLst>
          </p:cNvPr>
          <p:cNvSpPr/>
          <p:nvPr/>
        </p:nvSpPr>
        <p:spPr>
          <a:xfrm>
            <a:off x="3890556" y="3905655"/>
            <a:ext cx="4410887" cy="204767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F204DFC-FA4B-C4D7-4A47-FC2A7C9C5410}"/>
              </a:ext>
            </a:extLst>
          </p:cNvPr>
          <p:cNvSpPr txBox="1"/>
          <p:nvPr/>
        </p:nvSpPr>
        <p:spPr>
          <a:xfrm>
            <a:off x="3950639" y="4236395"/>
            <a:ext cx="2406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HGS明朝E" panose="02020900000000000000" pitchFamily="18" charset="-128"/>
                <a:ea typeface="HGS明朝E" panose="02020900000000000000" pitchFamily="18" charset="-128"/>
              </a:rPr>
              <a:t>プラットフォーム</a:t>
            </a:r>
            <a:r>
              <a:rPr kumimoji="1" lang="en-US" altLang="ja-JP" dirty="0">
                <a:latin typeface="HGS明朝E" panose="02020900000000000000" pitchFamily="18" charset="-128"/>
                <a:ea typeface="HGS明朝E" panose="02020900000000000000" pitchFamily="18" charset="-128"/>
              </a:rPr>
              <a:t>:PC</a:t>
            </a:r>
            <a:endParaRPr kumimoji="1" lang="ja-JP" altLang="en-US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696F1E5-E5F0-A8FA-520D-7657841FE8BD}"/>
              </a:ext>
            </a:extLst>
          </p:cNvPr>
          <p:cNvSpPr txBox="1"/>
          <p:nvPr/>
        </p:nvSpPr>
        <p:spPr>
          <a:xfrm>
            <a:off x="3950639" y="4749690"/>
            <a:ext cx="1763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HGS明朝E" panose="02020900000000000000" pitchFamily="18" charset="-128"/>
                <a:ea typeface="HGS明朝E" panose="02020900000000000000" pitchFamily="18" charset="-128"/>
              </a:rPr>
              <a:t>プレイ人数</a:t>
            </a:r>
            <a:r>
              <a:rPr kumimoji="1" lang="en-US" altLang="ja-JP" dirty="0">
                <a:latin typeface="HGS明朝E" panose="02020900000000000000" pitchFamily="18" charset="-128"/>
                <a:ea typeface="HGS明朝E" panose="02020900000000000000" pitchFamily="18" charset="-128"/>
              </a:rPr>
              <a:t>:1</a:t>
            </a:r>
            <a:r>
              <a:rPr kumimoji="1" lang="ja-JP" altLang="en-US" dirty="0">
                <a:latin typeface="HGS明朝E" panose="02020900000000000000" pitchFamily="18" charset="-128"/>
                <a:ea typeface="HGS明朝E" panose="02020900000000000000" pitchFamily="18" charset="-128"/>
              </a:rPr>
              <a:t>人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22E1AAC-58D5-E413-74A5-4F1021F4F47E}"/>
              </a:ext>
            </a:extLst>
          </p:cNvPr>
          <p:cNvSpPr txBox="1"/>
          <p:nvPr/>
        </p:nvSpPr>
        <p:spPr>
          <a:xfrm>
            <a:off x="3950639" y="5274983"/>
            <a:ext cx="3422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HGS明朝E" panose="02020900000000000000" pitchFamily="18" charset="-128"/>
                <a:ea typeface="HGS明朝E" panose="02020900000000000000" pitchFamily="18" charset="-128"/>
              </a:rPr>
              <a:t>ゲームジャンル</a:t>
            </a:r>
            <a:r>
              <a:rPr kumimoji="1" lang="en-US" altLang="ja-JP" dirty="0">
                <a:latin typeface="HGS明朝E" panose="02020900000000000000" pitchFamily="18" charset="-128"/>
                <a:ea typeface="HGS明朝E" panose="02020900000000000000" pitchFamily="18" charset="-128"/>
              </a:rPr>
              <a:t>:</a:t>
            </a:r>
            <a:r>
              <a:rPr kumimoji="1" lang="ja-JP" altLang="en-US" dirty="0">
                <a:latin typeface="HGS明朝E" panose="02020900000000000000" pitchFamily="18" charset="-128"/>
                <a:ea typeface="HGS明朝E" panose="02020900000000000000" pitchFamily="18" charset="-128"/>
              </a:rPr>
              <a:t>２</a:t>
            </a:r>
            <a:r>
              <a:rPr kumimoji="1" lang="en-US" altLang="ja-JP" dirty="0">
                <a:latin typeface="HGS明朝E" panose="02020900000000000000" pitchFamily="18" charset="-128"/>
                <a:ea typeface="HGS明朝E" panose="02020900000000000000" pitchFamily="18" charset="-128"/>
              </a:rPr>
              <a:t>D</a:t>
            </a:r>
            <a:r>
              <a:rPr kumimoji="1" lang="ja-JP" altLang="en-US" dirty="0">
                <a:latin typeface="HGS明朝E" panose="02020900000000000000" pitchFamily="18" charset="-128"/>
                <a:ea typeface="HGS明朝E" panose="02020900000000000000" pitchFamily="18" charset="-128"/>
              </a:rPr>
              <a:t>アクション</a:t>
            </a:r>
          </a:p>
        </p:txBody>
      </p:sp>
    </p:spTree>
    <p:extLst>
      <p:ext uri="{BB962C8B-B14F-4D97-AF65-F5344CB8AC3E}">
        <p14:creationId xmlns:p14="http://schemas.microsoft.com/office/powerpoint/2010/main" val="3723966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A7D82DC9-09CD-8335-D69E-3814E8029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" y="0"/>
            <a:ext cx="12192000" cy="6873845"/>
          </a:xfrm>
          <a:prstGeom prst="rect">
            <a:avLst/>
          </a:prstGeom>
        </p:spPr>
      </p:pic>
      <p:sp>
        <p:nvSpPr>
          <p:cNvPr id="2" name="テキスト ボックス 22">
            <a:extLst>
              <a:ext uri="{FF2B5EF4-FFF2-40B4-BE49-F238E27FC236}">
                <a16:creationId xmlns:a16="http://schemas.microsoft.com/office/drawing/2014/main" id="{77BF06C9-243B-199B-2520-0EC9893410E7}"/>
              </a:ext>
            </a:extLst>
          </p:cNvPr>
          <p:cNvSpPr txBox="1"/>
          <p:nvPr/>
        </p:nvSpPr>
        <p:spPr>
          <a:xfrm>
            <a:off x="1751662" y="6423469"/>
            <a:ext cx="153229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2400" dirty="0">
                <a:latin typeface="HGS明朝E"/>
                <a:ea typeface="HGS明朝E"/>
              </a:rPr>
              <a:t>　</a:t>
            </a:r>
            <a:endParaRPr lang="en-US" altLang="ja-JP" sz="24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51D4392-4B43-564C-7D6F-3692723BCA6A}"/>
              </a:ext>
            </a:extLst>
          </p:cNvPr>
          <p:cNvSpPr/>
          <p:nvPr/>
        </p:nvSpPr>
        <p:spPr>
          <a:xfrm>
            <a:off x="440128" y="210160"/>
            <a:ext cx="11310726" cy="86576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磁力</a:t>
            </a:r>
            <a:r>
              <a:rPr lang="en-US" altLang="ja-JP" sz="40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,</a:t>
            </a:r>
            <a:r>
              <a:rPr lang="ja-JP" altLang="en-US" sz="40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磁石を使った</a:t>
            </a:r>
            <a:r>
              <a:rPr kumimoji="1" lang="ja-JP" altLang="en-US" sz="40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アクション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3F946D3-0034-2991-27FB-DAA91CCCF90C}"/>
              </a:ext>
            </a:extLst>
          </p:cNvPr>
          <p:cNvSpPr/>
          <p:nvPr/>
        </p:nvSpPr>
        <p:spPr>
          <a:xfrm>
            <a:off x="441147" y="1318318"/>
            <a:ext cx="5153276" cy="5155415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8E8B724-9576-AAC7-2B7E-BABA1DE7083C}"/>
              </a:ext>
            </a:extLst>
          </p:cNvPr>
          <p:cNvSpPr/>
          <p:nvPr/>
        </p:nvSpPr>
        <p:spPr>
          <a:xfrm>
            <a:off x="6597577" y="1318318"/>
            <a:ext cx="5153276" cy="5155415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bg1"/>
              </a:solidFill>
              <a:highlight>
                <a:srgbClr val="00FFFF"/>
              </a:highlight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CA4BB20F-7929-0901-67A8-C89BD7CC2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6" y="2232788"/>
            <a:ext cx="1347281" cy="1347281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C7BE4A28-3A06-A9F2-CB98-98E946D783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839" y="2224866"/>
            <a:ext cx="1347281" cy="1347281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AEEBA53-CDBB-EE75-4AFA-D8C6F3ECED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77137" y="2071222"/>
            <a:ext cx="681294" cy="973277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5428B6DF-A9F1-2082-A26E-01C00E3CE1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44079" y="2805995"/>
            <a:ext cx="681294" cy="973277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37F1B89-8AC5-0BEE-D150-AB60C18C1E51}"/>
              </a:ext>
            </a:extLst>
          </p:cNvPr>
          <p:cNvSpPr txBox="1"/>
          <p:nvPr/>
        </p:nvSpPr>
        <p:spPr>
          <a:xfrm>
            <a:off x="682588" y="1678044"/>
            <a:ext cx="48013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プレイヤーはいつでも</a:t>
            </a:r>
            <a:r>
              <a:rPr kumimoji="1" lang="ja-JP" altLang="en-US" sz="2000" b="1" dirty="0">
                <a:solidFill>
                  <a:srgbClr val="C00000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極</a:t>
            </a:r>
            <a:r>
              <a:rPr kumimoji="1" lang="ja-JP" altLang="en-US" sz="2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を変更できる！</a:t>
            </a: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C0C15522-3DFC-7DE2-2563-944124BE76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60" b="26307"/>
          <a:stretch/>
        </p:blipFill>
        <p:spPr>
          <a:xfrm>
            <a:off x="3621579" y="4523138"/>
            <a:ext cx="1394914" cy="1549271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807F815C-12E0-4548-76D9-5F849E5FF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04" y="4737629"/>
            <a:ext cx="1347281" cy="1347281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80DB5EE-649A-05A7-6D16-51950F0C4883}"/>
              </a:ext>
            </a:extLst>
          </p:cNvPr>
          <p:cNvSpPr txBox="1"/>
          <p:nvPr/>
        </p:nvSpPr>
        <p:spPr>
          <a:xfrm>
            <a:off x="682588" y="3996555"/>
            <a:ext cx="2180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天井にくっついたり</a:t>
            </a:r>
            <a:r>
              <a:rPr kumimoji="1" lang="en-US" altLang="ja-JP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...</a:t>
            </a:r>
            <a:endParaRPr kumimoji="1" lang="ja-JP" altLang="en-US" sz="16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9EE407C-C043-815D-F734-95967F79CD0D}"/>
              </a:ext>
            </a:extLst>
          </p:cNvPr>
          <p:cNvSpPr txBox="1"/>
          <p:nvPr/>
        </p:nvSpPr>
        <p:spPr>
          <a:xfrm>
            <a:off x="2893128" y="4001772"/>
            <a:ext cx="25907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反発してジャンプしたり</a:t>
            </a:r>
            <a:r>
              <a:rPr lang="en-US" altLang="ja-JP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...</a:t>
            </a:r>
            <a:endParaRPr kumimoji="1" lang="ja-JP" altLang="en-US" sz="16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381E841-4F98-AC12-E667-25F4B192C117}"/>
              </a:ext>
            </a:extLst>
          </p:cNvPr>
          <p:cNvSpPr txBox="1"/>
          <p:nvPr/>
        </p:nvSpPr>
        <p:spPr>
          <a:xfrm>
            <a:off x="7286519" y="1678044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プレイヤーは磁石を飛ばせる！</a:t>
            </a: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ACE5289D-6830-9423-C959-51B5A86842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421" y="2221718"/>
            <a:ext cx="1347281" cy="1347281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027311A7-21F4-F10E-AD77-F92986C19D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849969" y="2122620"/>
            <a:ext cx="1471682" cy="1471682"/>
          </a:xfrm>
          <a:prstGeom prst="rect">
            <a:avLst/>
          </a:prstGeom>
        </p:spPr>
      </p:pic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662F679E-4FB5-3931-0628-6F6B6F244387}"/>
              </a:ext>
            </a:extLst>
          </p:cNvPr>
          <p:cNvSpPr txBox="1"/>
          <p:nvPr/>
        </p:nvSpPr>
        <p:spPr>
          <a:xfrm>
            <a:off x="7008184" y="3923695"/>
            <a:ext cx="45448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磁石は壁や床、色々な場所に刺せる！</a:t>
            </a: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2FA7803E-F7DF-C3E5-B5E5-24D004391B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420" y="4725129"/>
            <a:ext cx="1347281" cy="1347281"/>
          </a:xfrm>
          <a:prstGeom prst="rect">
            <a:avLst/>
          </a:prstGeom>
        </p:spPr>
      </p:pic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BA04D37D-12E7-A205-A86B-E830E0F85298}"/>
              </a:ext>
            </a:extLst>
          </p:cNvPr>
          <p:cNvGrpSpPr/>
          <p:nvPr/>
        </p:nvGrpSpPr>
        <p:grpSpPr>
          <a:xfrm>
            <a:off x="10003714" y="4589967"/>
            <a:ext cx="400110" cy="1579379"/>
            <a:chOff x="10003714" y="4589967"/>
            <a:chExt cx="400110" cy="1579379"/>
          </a:xfrm>
        </p:grpSpPr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2AF1ACA6-CEE1-900E-AFDC-488B13140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3714" y="5769236"/>
              <a:ext cx="400110" cy="400110"/>
            </a:xfrm>
            <a:prstGeom prst="rect">
              <a:avLst/>
            </a:prstGeom>
          </p:spPr>
        </p:pic>
        <p:pic>
          <p:nvPicPr>
            <p:cNvPr id="53" name="図 52">
              <a:extLst>
                <a:ext uri="{FF2B5EF4-FFF2-40B4-BE49-F238E27FC236}">
                  <a16:creationId xmlns:a16="http://schemas.microsoft.com/office/drawing/2014/main" id="{C5331213-FB4C-80BA-CEA8-A8E30CDCC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3714" y="5369125"/>
              <a:ext cx="400110" cy="400110"/>
            </a:xfrm>
            <a:prstGeom prst="rect">
              <a:avLst/>
            </a:prstGeom>
          </p:spPr>
        </p:pic>
        <p:pic>
          <p:nvPicPr>
            <p:cNvPr id="55" name="図 54">
              <a:extLst>
                <a:ext uri="{FF2B5EF4-FFF2-40B4-BE49-F238E27FC236}">
                  <a16:creationId xmlns:a16="http://schemas.microsoft.com/office/drawing/2014/main" id="{34FE5BDE-E3CD-496F-459E-69D8395B3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3714" y="4979901"/>
              <a:ext cx="400110" cy="400110"/>
            </a:xfrm>
            <a:prstGeom prst="rect">
              <a:avLst/>
            </a:prstGeom>
          </p:spPr>
        </p:pic>
        <p:pic>
          <p:nvPicPr>
            <p:cNvPr id="57" name="図 56">
              <a:extLst>
                <a:ext uri="{FF2B5EF4-FFF2-40B4-BE49-F238E27FC236}">
                  <a16:creationId xmlns:a16="http://schemas.microsoft.com/office/drawing/2014/main" id="{B7C4254C-4599-88BA-62F1-361458D7F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3714" y="4589967"/>
              <a:ext cx="400110" cy="400110"/>
            </a:xfrm>
            <a:prstGeom prst="rect">
              <a:avLst/>
            </a:prstGeom>
          </p:spPr>
        </p:pic>
      </p:grpSp>
      <p:pic>
        <p:nvPicPr>
          <p:cNvPr id="59" name="図 58">
            <a:extLst>
              <a:ext uri="{FF2B5EF4-FFF2-40B4-BE49-F238E27FC236}">
                <a16:creationId xmlns:a16="http://schemas.microsoft.com/office/drawing/2014/main" id="{ED2585C1-7100-FAEB-C80D-471B78D064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69"/>
          <a:stretch>
            <a:fillRect/>
          </a:stretch>
        </p:blipFill>
        <p:spPr>
          <a:xfrm rot="10800000">
            <a:off x="9207078" y="4951787"/>
            <a:ext cx="796636" cy="1471682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03A5439B-5BAD-63DD-2B5A-5EBA3546CC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11578" y="4735423"/>
            <a:ext cx="1620010" cy="865760"/>
          </a:xfrm>
          <a:prstGeom prst="rect">
            <a:avLst/>
          </a:prstGeom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0538A4B8-4C3F-9A58-8558-DC1E03708096}"/>
              </a:ext>
            </a:extLst>
          </p:cNvPr>
          <p:cNvGrpSpPr/>
          <p:nvPr/>
        </p:nvGrpSpPr>
        <p:grpSpPr>
          <a:xfrm>
            <a:off x="911578" y="4461354"/>
            <a:ext cx="1591760" cy="275598"/>
            <a:chOff x="766567" y="4375490"/>
            <a:chExt cx="1591760" cy="275598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2008CCC1-F84D-485C-11E3-6DEB1B7CB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567" y="4376593"/>
              <a:ext cx="272966" cy="272966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55752795-9CDF-7366-16B0-CB3391DA5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8285" y="4378122"/>
              <a:ext cx="272966" cy="272966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61603B6B-C1CB-8599-5687-2535E0A17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5288" y="4376593"/>
              <a:ext cx="272966" cy="272966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91D527F6-A960-030A-4FFA-3135BCA31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7006" y="4375490"/>
              <a:ext cx="272966" cy="272966"/>
            </a:xfrm>
            <a:prstGeom prst="rect">
              <a:avLst/>
            </a:prstGeom>
          </p:spPr>
        </p:pic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4481E059-A9E1-66CD-E328-312DE3541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2320" y="4375490"/>
              <a:ext cx="272966" cy="272966"/>
            </a:xfrm>
            <a:prstGeom prst="rect">
              <a:avLst/>
            </a:prstGeom>
          </p:spPr>
        </p:pic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2473DDA5-9D29-F135-73CF-107B8677AAB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5361" y="4375490"/>
              <a:ext cx="272966" cy="272966"/>
            </a:xfrm>
            <a:prstGeom prst="rect">
              <a:avLst/>
            </a:prstGeom>
          </p:spPr>
        </p:pic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66AEC628-3D21-CAA5-53D6-02F46CFD901F}"/>
              </a:ext>
            </a:extLst>
          </p:cNvPr>
          <p:cNvGrpSpPr/>
          <p:nvPr/>
        </p:nvGrpSpPr>
        <p:grpSpPr>
          <a:xfrm>
            <a:off x="3459335" y="6203632"/>
            <a:ext cx="1591760" cy="275598"/>
            <a:chOff x="766567" y="4375490"/>
            <a:chExt cx="1591760" cy="275598"/>
          </a:xfrm>
        </p:grpSpPr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FB33A6CD-37F9-83BB-545B-BCC770AF8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567" y="4376593"/>
              <a:ext cx="272966" cy="272966"/>
            </a:xfrm>
            <a:prstGeom prst="rect">
              <a:avLst/>
            </a:prstGeom>
          </p:spPr>
        </p:pic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157AA933-FD82-16A6-4457-2487935CE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8285" y="4378122"/>
              <a:ext cx="272966" cy="272966"/>
            </a:xfrm>
            <a:prstGeom prst="rect">
              <a:avLst/>
            </a:prstGeom>
          </p:spPr>
        </p:pic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1FAF8B19-53F5-800F-3A91-618D670CE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5288" y="4376593"/>
              <a:ext cx="272966" cy="272966"/>
            </a:xfrm>
            <a:prstGeom prst="rect">
              <a:avLst/>
            </a:prstGeom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94836087-2813-9487-CDEB-AAE3BFC32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7006" y="4375490"/>
              <a:ext cx="272966" cy="272966"/>
            </a:xfrm>
            <a:prstGeom prst="rect">
              <a:avLst/>
            </a:prstGeom>
          </p:spPr>
        </p:pic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6062017E-DA61-A1D2-26E9-15AE053A1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2320" y="4375490"/>
              <a:ext cx="272966" cy="272966"/>
            </a:xfrm>
            <a:prstGeom prst="rect">
              <a:avLst/>
            </a:prstGeom>
          </p:spPr>
        </p:pic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4270F6DD-C7DF-B5ED-5C31-B4564D2FE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5361" y="4375490"/>
              <a:ext cx="272966" cy="272966"/>
            </a:xfrm>
            <a:prstGeom prst="rect">
              <a:avLst/>
            </a:prstGeom>
          </p:spPr>
        </p:pic>
      </p:grpSp>
      <p:pic>
        <p:nvPicPr>
          <p:cNvPr id="23" name="図 22">
            <a:extLst>
              <a:ext uri="{FF2B5EF4-FFF2-40B4-BE49-F238E27FC236}">
                <a16:creationId xmlns:a16="http://schemas.microsoft.com/office/drawing/2014/main" id="{18645E83-FB69-D729-B3D3-CE5D915AAC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315" y="5356730"/>
            <a:ext cx="1599780" cy="865760"/>
          </a:xfrm>
          <a:prstGeom prst="rect">
            <a:avLst/>
          </a:prstGeom>
        </p:spPr>
      </p:pic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DBAD264A-B90C-3667-FF0F-D248D6CB25E6}"/>
              </a:ext>
            </a:extLst>
          </p:cNvPr>
          <p:cNvGrpSpPr/>
          <p:nvPr/>
        </p:nvGrpSpPr>
        <p:grpSpPr>
          <a:xfrm>
            <a:off x="10400240" y="4590321"/>
            <a:ext cx="400110" cy="1579379"/>
            <a:chOff x="10003714" y="4589967"/>
            <a:chExt cx="400110" cy="1579379"/>
          </a:xfrm>
        </p:grpSpPr>
        <p:pic>
          <p:nvPicPr>
            <p:cNvPr id="38" name="図 37">
              <a:extLst>
                <a:ext uri="{FF2B5EF4-FFF2-40B4-BE49-F238E27FC236}">
                  <a16:creationId xmlns:a16="http://schemas.microsoft.com/office/drawing/2014/main" id="{857B647C-B470-E5D1-BC69-CE13E62EB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3714" y="5769236"/>
              <a:ext cx="400110" cy="400110"/>
            </a:xfrm>
            <a:prstGeom prst="rect">
              <a:avLst/>
            </a:prstGeom>
          </p:spPr>
        </p:pic>
        <p:pic>
          <p:nvPicPr>
            <p:cNvPr id="39" name="図 38">
              <a:extLst>
                <a:ext uri="{FF2B5EF4-FFF2-40B4-BE49-F238E27FC236}">
                  <a16:creationId xmlns:a16="http://schemas.microsoft.com/office/drawing/2014/main" id="{8A4F4E0C-E778-759C-ADF8-133ED385F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3714" y="5369125"/>
              <a:ext cx="400110" cy="400110"/>
            </a:xfrm>
            <a:prstGeom prst="rect">
              <a:avLst/>
            </a:prstGeom>
          </p:spPr>
        </p:pic>
        <p:pic>
          <p:nvPicPr>
            <p:cNvPr id="41" name="図 40">
              <a:extLst>
                <a:ext uri="{FF2B5EF4-FFF2-40B4-BE49-F238E27FC236}">
                  <a16:creationId xmlns:a16="http://schemas.microsoft.com/office/drawing/2014/main" id="{B27EA38E-33EF-44C7-5FA6-E564CEBD1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3714" y="4979901"/>
              <a:ext cx="400110" cy="400110"/>
            </a:xfrm>
            <a:prstGeom prst="rect">
              <a:avLst/>
            </a:prstGeom>
          </p:spPr>
        </p:pic>
        <p:pic>
          <p:nvPicPr>
            <p:cNvPr id="43" name="図 42">
              <a:extLst>
                <a:ext uri="{FF2B5EF4-FFF2-40B4-BE49-F238E27FC236}">
                  <a16:creationId xmlns:a16="http://schemas.microsoft.com/office/drawing/2014/main" id="{DBCA71B9-6C73-E3C9-C982-F05EF81E9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3714" y="4589967"/>
              <a:ext cx="400110" cy="4001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285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610D2-D28F-E610-F20A-66B9811D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ACA79D51-CFA2-91BA-3163-B8792943C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" y="0"/>
            <a:ext cx="12192000" cy="6873845"/>
          </a:xfrm>
          <a:prstGeom prst="rect">
            <a:avLst/>
          </a:prstGeom>
        </p:spPr>
      </p:pic>
      <p:sp>
        <p:nvSpPr>
          <p:cNvPr id="2" name="テキスト ボックス 22">
            <a:extLst>
              <a:ext uri="{FF2B5EF4-FFF2-40B4-BE49-F238E27FC236}">
                <a16:creationId xmlns:a16="http://schemas.microsoft.com/office/drawing/2014/main" id="{FFB777EB-541D-4FA2-9F48-E73C5691AC13}"/>
              </a:ext>
            </a:extLst>
          </p:cNvPr>
          <p:cNvSpPr txBox="1"/>
          <p:nvPr/>
        </p:nvSpPr>
        <p:spPr>
          <a:xfrm>
            <a:off x="1751662" y="6423469"/>
            <a:ext cx="153229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2400" dirty="0">
                <a:latin typeface="HGS明朝E"/>
                <a:ea typeface="HGS明朝E"/>
              </a:rPr>
              <a:t>　</a:t>
            </a:r>
            <a:endParaRPr lang="en-US" altLang="ja-JP" sz="24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4527C09-1C31-2138-6F30-86503B55DD97}"/>
              </a:ext>
            </a:extLst>
          </p:cNvPr>
          <p:cNvSpPr/>
          <p:nvPr/>
        </p:nvSpPr>
        <p:spPr>
          <a:xfrm>
            <a:off x="440128" y="210160"/>
            <a:ext cx="11310726" cy="86576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磁石の使い方</a:t>
            </a:r>
            <a:r>
              <a:rPr lang="en-US" altLang="ja-JP" sz="40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,</a:t>
            </a:r>
            <a:r>
              <a:rPr lang="ja-JP" altLang="en-US" sz="40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磁石アクション</a:t>
            </a:r>
            <a:endParaRPr kumimoji="1" lang="ja-JP" altLang="en-US" sz="4000" dirty="0">
              <a:solidFill>
                <a:schemeClr val="tx1"/>
              </a:solidFill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BD0F444-F26F-0C53-CB6A-7BD8E838FAF0}"/>
              </a:ext>
            </a:extLst>
          </p:cNvPr>
          <p:cNvSpPr/>
          <p:nvPr/>
        </p:nvSpPr>
        <p:spPr>
          <a:xfrm>
            <a:off x="441145" y="1318318"/>
            <a:ext cx="5145297" cy="5155415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EFB06FD6-4E11-C3DE-E0C9-F46F7D8C9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620" y="2148776"/>
            <a:ext cx="1347281" cy="1347281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C340229-3B59-C527-DEB9-63008F2293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562" y="4103652"/>
            <a:ext cx="286841" cy="409773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93E4704-A0EC-E67D-1D10-2E9785BA8807}"/>
              </a:ext>
            </a:extLst>
          </p:cNvPr>
          <p:cNvSpPr txBox="1"/>
          <p:nvPr/>
        </p:nvSpPr>
        <p:spPr>
          <a:xfrm>
            <a:off x="1178010" y="1589523"/>
            <a:ext cx="3796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GS明朝E" panose="02020900000000000000" pitchFamily="18" charset="-128"/>
                <a:ea typeface="HGS明朝E" panose="02020900000000000000" pitchFamily="18" charset="-128"/>
              </a:rPr>
              <a:t>足場にして壁を登ったり</a:t>
            </a:r>
            <a:r>
              <a:rPr kumimoji="1" lang="en-US" altLang="ja-JP" sz="2400" dirty="0">
                <a:latin typeface="HGS明朝E" panose="02020900000000000000" pitchFamily="18" charset="-128"/>
                <a:ea typeface="HGS明朝E" panose="02020900000000000000" pitchFamily="18" charset="-128"/>
              </a:rPr>
              <a:t>...</a:t>
            </a:r>
            <a:endParaRPr kumimoji="1" lang="ja-JP" altLang="en-US" sz="24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6700449C-AD0D-2428-33C6-66D70F90B38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54" b="23534"/>
          <a:stretch>
            <a:fillRect/>
          </a:stretch>
        </p:blipFill>
        <p:spPr>
          <a:xfrm flipH="1">
            <a:off x="2933179" y="4108324"/>
            <a:ext cx="1394914" cy="168538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FE352C75-B738-3314-C119-A055564168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791" t="29489" r="47807" b="32949"/>
          <a:stretch>
            <a:fillRect/>
          </a:stretch>
        </p:blipFill>
        <p:spPr>
          <a:xfrm>
            <a:off x="3076126" y="5549309"/>
            <a:ext cx="1065346" cy="678435"/>
          </a:xfrm>
          <a:prstGeom prst="rect">
            <a:avLst/>
          </a:prstGeom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8C958C91-9824-306C-8FF2-893032629C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211" t="29489" r="45927" b="32949"/>
          <a:stretch>
            <a:fillRect/>
          </a:stretch>
        </p:blipFill>
        <p:spPr>
          <a:xfrm rot="10800000">
            <a:off x="1627558" y="3387628"/>
            <a:ext cx="1143000" cy="678435"/>
          </a:xfrm>
          <a:prstGeom prst="rect">
            <a:avLst/>
          </a:prstGeom>
        </p:spPr>
      </p:pic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9EA6C3BD-F092-D4AB-CC59-13C2B5570E44}"/>
              </a:ext>
            </a:extLst>
          </p:cNvPr>
          <p:cNvGrpSpPr/>
          <p:nvPr/>
        </p:nvGrpSpPr>
        <p:grpSpPr>
          <a:xfrm>
            <a:off x="4100205" y="3004200"/>
            <a:ext cx="402998" cy="3488169"/>
            <a:chOff x="4100205" y="3004200"/>
            <a:chExt cx="402998" cy="3488169"/>
          </a:xfrm>
        </p:grpSpPr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755A6D31-D308-9E20-93F9-71CF458E6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3093" y="6092259"/>
              <a:ext cx="400110" cy="400110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CAB645E6-F97D-F471-08DB-930875387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3093" y="5700809"/>
              <a:ext cx="400110" cy="400110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F3BA78D5-82D3-29CA-CC1E-8169A0391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3093" y="5300697"/>
              <a:ext cx="400110" cy="400110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ED8EA182-BC82-61A8-8DB1-865E69601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3093" y="4923254"/>
              <a:ext cx="400110" cy="400110"/>
            </a:xfrm>
            <a:prstGeom prst="rect">
              <a:avLst/>
            </a:prstGeom>
          </p:spPr>
        </p:pic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B479EAAB-51EC-7E1B-E2F4-3CAAF0256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3093" y="4534478"/>
              <a:ext cx="400110" cy="400110"/>
            </a:xfrm>
            <a:prstGeom prst="rect">
              <a:avLst/>
            </a:prstGeom>
          </p:spPr>
        </p:pic>
        <p:pic>
          <p:nvPicPr>
            <p:cNvPr id="19" name="図 18">
              <a:extLst>
                <a:ext uri="{FF2B5EF4-FFF2-40B4-BE49-F238E27FC236}">
                  <a16:creationId xmlns:a16="http://schemas.microsoft.com/office/drawing/2014/main" id="{062617BF-0C67-87C6-A71C-71013AC44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3093" y="4156308"/>
              <a:ext cx="400110" cy="400110"/>
            </a:xfrm>
            <a:prstGeom prst="rect">
              <a:avLst/>
            </a:prstGeom>
          </p:spPr>
        </p:pic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C060309E-3802-C1A0-FB95-7048CDC9B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3093" y="3772835"/>
              <a:ext cx="400110" cy="400110"/>
            </a:xfrm>
            <a:prstGeom prst="rect">
              <a:avLst/>
            </a:prstGeom>
          </p:spPr>
        </p:pic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E0456406-33CC-BE8A-E1BA-DC62A5080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0205" y="3383384"/>
              <a:ext cx="400110" cy="400110"/>
            </a:xfrm>
            <a:prstGeom prst="rect">
              <a:avLst/>
            </a:prstGeom>
          </p:spPr>
        </p:pic>
        <p:pic>
          <p:nvPicPr>
            <p:cNvPr id="51" name="図 50">
              <a:extLst>
                <a:ext uri="{FF2B5EF4-FFF2-40B4-BE49-F238E27FC236}">
                  <a16:creationId xmlns:a16="http://schemas.microsoft.com/office/drawing/2014/main" id="{8C0D2D91-8B5D-2628-CE61-0A1BC2E47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0205" y="3004200"/>
              <a:ext cx="400110" cy="400110"/>
            </a:xfrm>
            <a:prstGeom prst="rect">
              <a:avLst/>
            </a:prstGeom>
          </p:spPr>
        </p:pic>
      </p:grp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E0474ACC-B602-29EA-C489-4E9691ED7095}"/>
              </a:ext>
            </a:extLst>
          </p:cNvPr>
          <p:cNvGrpSpPr/>
          <p:nvPr/>
        </p:nvGrpSpPr>
        <p:grpSpPr>
          <a:xfrm>
            <a:off x="1275481" y="2975738"/>
            <a:ext cx="400110" cy="3507338"/>
            <a:chOff x="1275481" y="2975738"/>
            <a:chExt cx="400110" cy="3507338"/>
          </a:xfrm>
        </p:grpSpPr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8709FCED-DC6D-F9FF-4BC9-1E30CE87D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5481" y="6082966"/>
              <a:ext cx="400110" cy="400110"/>
            </a:xfrm>
            <a:prstGeom prst="rect">
              <a:avLst/>
            </a:prstGeom>
          </p:spPr>
        </p:pic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223A725C-B011-FA35-D157-310A15C22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5481" y="5691516"/>
              <a:ext cx="400110" cy="400110"/>
            </a:xfrm>
            <a:prstGeom prst="rect">
              <a:avLst/>
            </a:prstGeom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F6AC6D51-E40A-3EFA-8042-DF98CB1EC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5481" y="5291404"/>
              <a:ext cx="400110" cy="400110"/>
            </a:xfrm>
            <a:prstGeom prst="rect">
              <a:avLst/>
            </a:prstGeom>
          </p:spPr>
        </p:pic>
        <p:pic>
          <p:nvPicPr>
            <p:cNvPr id="29" name="図 28">
              <a:extLst>
                <a:ext uri="{FF2B5EF4-FFF2-40B4-BE49-F238E27FC236}">
                  <a16:creationId xmlns:a16="http://schemas.microsoft.com/office/drawing/2014/main" id="{B81F8D78-2F22-1D9D-3D22-8D78C0A643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5481" y="4913961"/>
              <a:ext cx="400110" cy="400110"/>
            </a:xfrm>
            <a:prstGeom prst="rect">
              <a:avLst/>
            </a:prstGeom>
          </p:spPr>
        </p:pic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EBE56696-AA2A-4135-B0CB-BD5180E85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5481" y="4525185"/>
              <a:ext cx="400110" cy="400110"/>
            </a:xfrm>
            <a:prstGeom prst="rect">
              <a:avLst/>
            </a:prstGeom>
          </p:spPr>
        </p:pic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D54C8C04-11D3-05E1-1163-E66893C76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5481" y="4147015"/>
              <a:ext cx="400110" cy="400110"/>
            </a:xfrm>
            <a:prstGeom prst="rect">
              <a:avLst/>
            </a:prstGeom>
          </p:spPr>
        </p:pic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9A7A2C2C-1C0F-DFA5-EE32-E4ED925B8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5481" y="3763542"/>
              <a:ext cx="400110" cy="400110"/>
            </a:xfrm>
            <a:prstGeom prst="rect">
              <a:avLst/>
            </a:prstGeom>
          </p:spPr>
        </p:pic>
        <p:pic>
          <p:nvPicPr>
            <p:cNvPr id="53" name="図 52">
              <a:extLst>
                <a:ext uri="{FF2B5EF4-FFF2-40B4-BE49-F238E27FC236}">
                  <a16:creationId xmlns:a16="http://schemas.microsoft.com/office/drawing/2014/main" id="{D23CA2A1-E89F-501F-C7BC-243A39835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5481" y="3368544"/>
              <a:ext cx="400110" cy="400110"/>
            </a:xfrm>
            <a:prstGeom prst="rect">
              <a:avLst/>
            </a:prstGeom>
          </p:spPr>
        </p:pic>
        <p:pic>
          <p:nvPicPr>
            <p:cNvPr id="55" name="図 54">
              <a:extLst>
                <a:ext uri="{FF2B5EF4-FFF2-40B4-BE49-F238E27FC236}">
                  <a16:creationId xmlns:a16="http://schemas.microsoft.com/office/drawing/2014/main" id="{AB50A9F5-21ED-AF08-5225-76F9B2D12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5481" y="2975738"/>
              <a:ext cx="400110" cy="400110"/>
            </a:xfrm>
            <a:prstGeom prst="rect">
              <a:avLst/>
            </a:prstGeom>
          </p:spPr>
        </p:pic>
      </p:grpSp>
      <p:pic>
        <p:nvPicPr>
          <p:cNvPr id="59" name="図 58">
            <a:extLst>
              <a:ext uri="{FF2B5EF4-FFF2-40B4-BE49-F238E27FC236}">
                <a16:creationId xmlns:a16="http://schemas.microsoft.com/office/drawing/2014/main" id="{FA46DF39-C079-48FE-1382-C447D95BE8E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7" t="16054" r="28804" b="23534"/>
          <a:stretch>
            <a:fillRect/>
          </a:stretch>
        </p:blipFill>
        <p:spPr>
          <a:xfrm flipH="1">
            <a:off x="2770557" y="3004200"/>
            <a:ext cx="619321" cy="168538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61" name="図 60">
            <a:extLst>
              <a:ext uri="{FF2B5EF4-FFF2-40B4-BE49-F238E27FC236}">
                <a16:creationId xmlns:a16="http://schemas.microsoft.com/office/drawing/2014/main" id="{5B618697-6690-C924-888D-1F6C911690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571" y="2978486"/>
            <a:ext cx="286841" cy="409773"/>
          </a:xfrm>
          <a:prstGeom prst="rect">
            <a:avLst/>
          </a:prstGeom>
        </p:spPr>
      </p:pic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6D585A13-D28A-B6DD-39DB-BF88D65FD470}"/>
              </a:ext>
            </a:extLst>
          </p:cNvPr>
          <p:cNvSpPr/>
          <p:nvPr/>
        </p:nvSpPr>
        <p:spPr>
          <a:xfrm>
            <a:off x="6094477" y="3916841"/>
            <a:ext cx="5656378" cy="2575528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C7774F3B-D4B3-47C6-DE18-50877E379A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883" y="5126452"/>
            <a:ext cx="1347281" cy="1347281"/>
          </a:xfrm>
          <a:prstGeom prst="rect">
            <a:avLst/>
          </a:prstGeom>
        </p:spPr>
      </p:pic>
      <p:grpSp>
        <p:nvGrpSpPr>
          <p:cNvPr id="95" name="グループ化 94">
            <a:extLst>
              <a:ext uri="{FF2B5EF4-FFF2-40B4-BE49-F238E27FC236}">
                <a16:creationId xmlns:a16="http://schemas.microsoft.com/office/drawing/2014/main" id="{6C59D95B-0C49-D9D6-446F-2130BC87E81D}"/>
              </a:ext>
            </a:extLst>
          </p:cNvPr>
          <p:cNvGrpSpPr/>
          <p:nvPr/>
        </p:nvGrpSpPr>
        <p:grpSpPr>
          <a:xfrm>
            <a:off x="11034984" y="4082541"/>
            <a:ext cx="402998" cy="2319164"/>
            <a:chOff x="10362944" y="1318318"/>
            <a:chExt cx="402998" cy="2319164"/>
          </a:xfrm>
        </p:grpSpPr>
        <p:pic>
          <p:nvPicPr>
            <p:cNvPr id="71" name="図 70">
              <a:extLst>
                <a:ext uri="{FF2B5EF4-FFF2-40B4-BE49-F238E27FC236}">
                  <a16:creationId xmlns:a16="http://schemas.microsoft.com/office/drawing/2014/main" id="{5663D2F8-9E9A-7800-7498-5D2C3B867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65832" y="3237372"/>
              <a:ext cx="400110" cy="400110"/>
            </a:xfrm>
            <a:prstGeom prst="rect">
              <a:avLst/>
            </a:prstGeom>
          </p:spPr>
        </p:pic>
        <p:pic>
          <p:nvPicPr>
            <p:cNvPr id="72" name="図 71">
              <a:extLst>
                <a:ext uri="{FF2B5EF4-FFF2-40B4-BE49-F238E27FC236}">
                  <a16:creationId xmlns:a16="http://schemas.microsoft.com/office/drawing/2014/main" id="{632AFA23-1544-2F9D-5DA1-79E941921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65832" y="2848596"/>
              <a:ext cx="400110" cy="400110"/>
            </a:xfrm>
            <a:prstGeom prst="rect">
              <a:avLst/>
            </a:prstGeom>
          </p:spPr>
        </p:pic>
        <p:pic>
          <p:nvPicPr>
            <p:cNvPr id="73" name="図 72">
              <a:extLst>
                <a:ext uri="{FF2B5EF4-FFF2-40B4-BE49-F238E27FC236}">
                  <a16:creationId xmlns:a16="http://schemas.microsoft.com/office/drawing/2014/main" id="{78EAF815-B7D9-DB00-730B-697059CF8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65832" y="2470426"/>
              <a:ext cx="400110" cy="400110"/>
            </a:xfrm>
            <a:prstGeom prst="rect">
              <a:avLst/>
            </a:prstGeom>
          </p:spPr>
        </p:pic>
        <p:pic>
          <p:nvPicPr>
            <p:cNvPr id="74" name="図 73">
              <a:extLst>
                <a:ext uri="{FF2B5EF4-FFF2-40B4-BE49-F238E27FC236}">
                  <a16:creationId xmlns:a16="http://schemas.microsoft.com/office/drawing/2014/main" id="{4F3600F9-6D1F-2DE1-2473-774325917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65832" y="2086953"/>
              <a:ext cx="400110" cy="400110"/>
            </a:xfrm>
            <a:prstGeom prst="rect">
              <a:avLst/>
            </a:prstGeom>
          </p:spPr>
        </p:pic>
        <p:pic>
          <p:nvPicPr>
            <p:cNvPr id="75" name="図 74">
              <a:extLst>
                <a:ext uri="{FF2B5EF4-FFF2-40B4-BE49-F238E27FC236}">
                  <a16:creationId xmlns:a16="http://schemas.microsoft.com/office/drawing/2014/main" id="{CF1B83F5-E87E-C8CD-1CFA-9CF7F9B5B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62944" y="1697502"/>
              <a:ext cx="400110" cy="400110"/>
            </a:xfrm>
            <a:prstGeom prst="rect">
              <a:avLst/>
            </a:prstGeom>
          </p:spPr>
        </p:pic>
        <p:pic>
          <p:nvPicPr>
            <p:cNvPr id="76" name="図 75">
              <a:extLst>
                <a:ext uri="{FF2B5EF4-FFF2-40B4-BE49-F238E27FC236}">
                  <a16:creationId xmlns:a16="http://schemas.microsoft.com/office/drawing/2014/main" id="{139A8EA5-2AF6-5AB7-2207-58C0863B0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62944" y="1318318"/>
              <a:ext cx="400110" cy="400110"/>
            </a:xfrm>
            <a:prstGeom prst="rect">
              <a:avLst/>
            </a:prstGeom>
          </p:spPr>
        </p:pic>
      </p:grpSp>
      <p:pic>
        <p:nvPicPr>
          <p:cNvPr id="78" name="図 77">
            <a:extLst>
              <a:ext uri="{FF2B5EF4-FFF2-40B4-BE49-F238E27FC236}">
                <a16:creationId xmlns:a16="http://schemas.microsoft.com/office/drawing/2014/main" id="{78CBA4F9-471B-A0C4-7C77-ECBD170F91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961427" y="4693775"/>
            <a:ext cx="550553" cy="786505"/>
          </a:xfrm>
          <a:prstGeom prst="rect">
            <a:avLst/>
          </a:prstGeom>
        </p:spPr>
      </p:pic>
      <p:pic>
        <p:nvPicPr>
          <p:cNvPr id="84" name="図 83">
            <a:extLst>
              <a:ext uri="{FF2B5EF4-FFF2-40B4-BE49-F238E27FC236}">
                <a16:creationId xmlns:a16="http://schemas.microsoft.com/office/drawing/2014/main" id="{14048786-3B3B-BC24-3344-64E59EAE02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790" t="29489" r="2394" b="32949"/>
          <a:stretch>
            <a:fillRect/>
          </a:stretch>
        </p:blipFill>
        <p:spPr>
          <a:xfrm rot="10800000">
            <a:off x="7339628" y="5495574"/>
            <a:ext cx="1515090" cy="545136"/>
          </a:xfrm>
          <a:prstGeom prst="rect">
            <a:avLst/>
          </a:prstGeom>
        </p:spPr>
      </p:pic>
      <p:pic>
        <p:nvPicPr>
          <p:cNvPr id="86" name="図 85">
            <a:extLst>
              <a:ext uri="{FF2B5EF4-FFF2-40B4-BE49-F238E27FC236}">
                <a16:creationId xmlns:a16="http://schemas.microsoft.com/office/drawing/2014/main" id="{AEE9AB24-0EFA-2B2B-8B95-6B4602FB09C6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011" y="5551993"/>
            <a:ext cx="848484" cy="848484"/>
          </a:xfrm>
          <a:prstGeom prst="rect">
            <a:avLst/>
          </a:prstGeom>
        </p:spPr>
      </p:pic>
      <p:pic>
        <p:nvPicPr>
          <p:cNvPr id="88" name="図 87">
            <a:extLst>
              <a:ext uri="{FF2B5EF4-FFF2-40B4-BE49-F238E27FC236}">
                <a16:creationId xmlns:a16="http://schemas.microsoft.com/office/drawing/2014/main" id="{DD9D2B94-67B3-2A84-94D4-87B77907A3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790" t="29489" r="2394" b="32949"/>
          <a:stretch>
            <a:fillRect/>
          </a:stretch>
        </p:blipFill>
        <p:spPr>
          <a:xfrm rot="10800000">
            <a:off x="9424070" y="5505302"/>
            <a:ext cx="1515090" cy="545136"/>
          </a:xfrm>
          <a:prstGeom prst="rect">
            <a:avLst/>
          </a:prstGeom>
        </p:spPr>
      </p:pic>
      <p:pic>
        <p:nvPicPr>
          <p:cNvPr id="80" name="図 79">
            <a:extLst>
              <a:ext uri="{FF2B5EF4-FFF2-40B4-BE49-F238E27FC236}">
                <a16:creationId xmlns:a16="http://schemas.microsoft.com/office/drawing/2014/main" id="{14E5D081-A3F2-EFA0-E8E0-12F80835DCA0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20351">
            <a:off x="10178102" y="5542274"/>
            <a:ext cx="848484" cy="848484"/>
          </a:xfrm>
          <a:prstGeom prst="rect">
            <a:avLst/>
          </a:prstGeom>
        </p:spPr>
      </p:pic>
      <p:pic>
        <p:nvPicPr>
          <p:cNvPr id="90" name="図 89">
            <a:extLst>
              <a:ext uri="{FF2B5EF4-FFF2-40B4-BE49-F238E27FC236}">
                <a16:creationId xmlns:a16="http://schemas.microsoft.com/office/drawing/2014/main" id="{36AFF6CE-823E-AE30-B272-84457CF2D3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930571" y="4693776"/>
            <a:ext cx="550553" cy="786505"/>
          </a:xfrm>
          <a:prstGeom prst="rect">
            <a:avLst/>
          </a:prstGeom>
        </p:spPr>
      </p:pic>
      <p:pic>
        <p:nvPicPr>
          <p:cNvPr id="92" name="図 91">
            <a:extLst>
              <a:ext uri="{FF2B5EF4-FFF2-40B4-BE49-F238E27FC236}">
                <a16:creationId xmlns:a16="http://schemas.microsoft.com/office/drawing/2014/main" id="{6A00CB25-9498-574F-A402-2CEBC50B96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848002" y="4700146"/>
            <a:ext cx="550553" cy="786505"/>
          </a:xfrm>
          <a:prstGeom prst="rect">
            <a:avLst/>
          </a:prstGeom>
        </p:spPr>
      </p:pic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557D8685-2A9E-17DE-1177-E8F18D3B3C53}"/>
              </a:ext>
            </a:extLst>
          </p:cNvPr>
          <p:cNvSpPr/>
          <p:nvPr/>
        </p:nvSpPr>
        <p:spPr>
          <a:xfrm>
            <a:off x="6092041" y="1327310"/>
            <a:ext cx="5656377" cy="2476397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9B8814E-FC41-C438-E335-A0CCCFEEA464}"/>
              </a:ext>
            </a:extLst>
          </p:cNvPr>
          <p:cNvSpPr txBox="1"/>
          <p:nvPr/>
        </p:nvSpPr>
        <p:spPr>
          <a:xfrm>
            <a:off x="6426383" y="4080082"/>
            <a:ext cx="4411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明朝E" panose="02020900000000000000" pitchFamily="18" charset="-128"/>
                <a:ea typeface="HGS明朝E" panose="02020900000000000000" pitchFamily="18" charset="-128"/>
              </a:rPr>
              <a:t>磁石を飛ばして敵を倒したり</a:t>
            </a:r>
            <a:r>
              <a:rPr lang="en-US" altLang="ja-JP" sz="2400" dirty="0">
                <a:latin typeface="HGS明朝E" panose="02020900000000000000" pitchFamily="18" charset="-128"/>
                <a:ea typeface="HGS明朝E" panose="02020900000000000000" pitchFamily="18" charset="-128"/>
              </a:rPr>
              <a:t>...</a:t>
            </a:r>
            <a:endParaRPr kumimoji="1" lang="ja-JP" altLang="en-US" sz="24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02FA7632-56C7-AA4E-D68D-20333ED195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11" b="40798"/>
          <a:stretch/>
        </p:blipFill>
        <p:spPr>
          <a:xfrm rot="10800000">
            <a:off x="8207445" y="2819205"/>
            <a:ext cx="1757900" cy="481501"/>
          </a:xfrm>
          <a:prstGeom prst="rect">
            <a:avLst/>
          </a:prstGeom>
        </p:spPr>
      </p:pic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48E27C3D-1C59-8BD6-B8FC-4F58E8FD4E32}"/>
              </a:ext>
            </a:extLst>
          </p:cNvPr>
          <p:cNvGrpSpPr/>
          <p:nvPr/>
        </p:nvGrpSpPr>
        <p:grpSpPr>
          <a:xfrm>
            <a:off x="8906731" y="2255201"/>
            <a:ext cx="400110" cy="1550529"/>
            <a:chOff x="10365832" y="2086953"/>
            <a:chExt cx="400110" cy="1550529"/>
          </a:xfrm>
        </p:grpSpPr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1D298B86-7387-8703-1BEE-61888078D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65832" y="3237372"/>
              <a:ext cx="400110" cy="400110"/>
            </a:xfrm>
            <a:prstGeom prst="rect">
              <a:avLst/>
            </a:prstGeom>
          </p:spPr>
        </p:pic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9A66757F-7474-B7AE-BD6E-70B223C4A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65832" y="2848596"/>
              <a:ext cx="400110" cy="400110"/>
            </a:xfrm>
            <a:prstGeom prst="rect">
              <a:avLst/>
            </a:prstGeom>
          </p:spPr>
        </p:pic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59D9F8AB-CFA7-BF8A-C291-0473F3828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65832" y="2470426"/>
              <a:ext cx="400110" cy="400110"/>
            </a:xfrm>
            <a:prstGeom prst="rect">
              <a:avLst/>
            </a:prstGeom>
          </p:spPr>
        </p:pic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9B3F8DA5-9951-07BA-ACCE-935DAB749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65832" y="2086953"/>
              <a:ext cx="400110" cy="400110"/>
            </a:xfrm>
            <a:prstGeom prst="rect">
              <a:avLst/>
            </a:prstGeom>
          </p:spPr>
        </p:pic>
      </p:grp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A968E58-0ED6-943C-672E-68AFDFEA8AC9}"/>
              </a:ext>
            </a:extLst>
          </p:cNvPr>
          <p:cNvSpPr txBox="1"/>
          <p:nvPr/>
        </p:nvSpPr>
        <p:spPr>
          <a:xfrm>
            <a:off x="6205779" y="1401294"/>
            <a:ext cx="55707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磁石は薄い壁を貫通する</a:t>
            </a:r>
            <a:br>
              <a:rPr kumimoji="1" lang="en-US" altLang="ja-JP" sz="2000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壁の向こう</a:t>
            </a:r>
            <a:r>
              <a:rPr kumimoji="1"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に磁力の影響を与えることができる</a:t>
            </a: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11453AD1-EB76-0EC8-9C3E-0E44D84EFF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883" y="2440448"/>
            <a:ext cx="1347281" cy="1347281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9EE2C022-B530-7D2B-97F6-B5600849DD7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258006" flipH="1">
            <a:off x="9781003" y="2176855"/>
            <a:ext cx="820830" cy="82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209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A3BA9-4768-59BE-923A-0D47E3E5E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794AE419-6276-A0F1-5069-73167E19F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" y="0"/>
            <a:ext cx="12192000" cy="6873845"/>
          </a:xfrm>
          <a:prstGeom prst="rect">
            <a:avLst/>
          </a:prstGeom>
        </p:spPr>
      </p:pic>
      <p:sp>
        <p:nvSpPr>
          <p:cNvPr id="2" name="テキスト ボックス 22">
            <a:extLst>
              <a:ext uri="{FF2B5EF4-FFF2-40B4-BE49-F238E27FC236}">
                <a16:creationId xmlns:a16="http://schemas.microsoft.com/office/drawing/2014/main" id="{BCF9459F-4E65-9C26-8432-0CBBE9AABE1B}"/>
              </a:ext>
            </a:extLst>
          </p:cNvPr>
          <p:cNvSpPr txBox="1"/>
          <p:nvPr/>
        </p:nvSpPr>
        <p:spPr>
          <a:xfrm>
            <a:off x="1751662" y="6423469"/>
            <a:ext cx="153229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2400" dirty="0">
                <a:latin typeface="HGS明朝E"/>
                <a:ea typeface="HGS明朝E"/>
              </a:rPr>
              <a:t>　</a:t>
            </a:r>
            <a:endParaRPr lang="en-US" altLang="ja-JP" sz="24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93E67A7-8C9D-C88A-6050-E9FDA4971D07}"/>
              </a:ext>
            </a:extLst>
          </p:cNvPr>
          <p:cNvSpPr/>
          <p:nvPr/>
        </p:nvSpPr>
        <p:spPr>
          <a:xfrm>
            <a:off x="316220" y="210160"/>
            <a:ext cx="11572382" cy="86576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敵</a:t>
            </a:r>
            <a:r>
              <a:rPr lang="en-US" altLang="ja-JP" sz="40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,</a:t>
            </a:r>
            <a:r>
              <a:rPr lang="ja-JP" altLang="en-US" sz="40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ギミック</a:t>
            </a:r>
            <a:endParaRPr kumimoji="1" lang="ja-JP" altLang="en-US" sz="4000" dirty="0">
              <a:solidFill>
                <a:schemeClr val="tx1"/>
              </a:solidFill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CA9241D-4F9A-A3A4-D8F0-3C718C8421F9}"/>
              </a:ext>
            </a:extLst>
          </p:cNvPr>
          <p:cNvSpPr/>
          <p:nvPr/>
        </p:nvSpPr>
        <p:spPr>
          <a:xfrm>
            <a:off x="309842" y="1318320"/>
            <a:ext cx="5263762" cy="5186020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D7B0C8E-1AB0-4512-F17E-0C47CB35B5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10" y="5030081"/>
            <a:ext cx="1190752" cy="1190752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4EC828F-5788-93B7-8F64-D5B5887736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036" y="4863974"/>
            <a:ext cx="1190752" cy="119075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08C347C1-8824-9479-992B-F874296EDB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392" y="5123334"/>
            <a:ext cx="1004247" cy="1004247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F79233C-2D69-F850-0C59-170E7F4244B5}"/>
              </a:ext>
            </a:extLst>
          </p:cNvPr>
          <p:cNvSpPr/>
          <p:nvPr/>
        </p:nvSpPr>
        <p:spPr>
          <a:xfrm>
            <a:off x="6618396" y="1318319"/>
            <a:ext cx="5263762" cy="2751109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46F87A32-660E-FF05-99EB-40F5AF4DC40D}"/>
              </a:ext>
            </a:extLst>
          </p:cNvPr>
          <p:cNvGrpSpPr/>
          <p:nvPr/>
        </p:nvGrpSpPr>
        <p:grpSpPr>
          <a:xfrm rot="5400000">
            <a:off x="4469023" y="3935591"/>
            <a:ext cx="400110" cy="1550529"/>
            <a:chOff x="10365832" y="2086953"/>
            <a:chExt cx="400110" cy="1550529"/>
          </a:xfrm>
        </p:grpSpPr>
        <p:pic>
          <p:nvPicPr>
            <p:cNvPr id="36" name="図 35">
              <a:extLst>
                <a:ext uri="{FF2B5EF4-FFF2-40B4-BE49-F238E27FC236}">
                  <a16:creationId xmlns:a16="http://schemas.microsoft.com/office/drawing/2014/main" id="{A85B2486-EF76-6FA1-62A6-A3935CB9D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65832" y="3237372"/>
              <a:ext cx="400110" cy="400110"/>
            </a:xfrm>
            <a:prstGeom prst="rect">
              <a:avLst/>
            </a:prstGeom>
          </p:spPr>
        </p:pic>
        <p:pic>
          <p:nvPicPr>
            <p:cNvPr id="37" name="図 36">
              <a:extLst>
                <a:ext uri="{FF2B5EF4-FFF2-40B4-BE49-F238E27FC236}">
                  <a16:creationId xmlns:a16="http://schemas.microsoft.com/office/drawing/2014/main" id="{B3565674-FCC6-06C5-0738-B38B5A48E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65832" y="2848596"/>
              <a:ext cx="400110" cy="400110"/>
            </a:xfrm>
            <a:prstGeom prst="rect">
              <a:avLst/>
            </a:prstGeom>
          </p:spPr>
        </p:pic>
        <p:pic>
          <p:nvPicPr>
            <p:cNvPr id="39" name="図 38">
              <a:extLst>
                <a:ext uri="{FF2B5EF4-FFF2-40B4-BE49-F238E27FC236}">
                  <a16:creationId xmlns:a16="http://schemas.microsoft.com/office/drawing/2014/main" id="{D7BEE416-7CD0-A6DF-61E5-01101315F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65832" y="2470426"/>
              <a:ext cx="400110" cy="400110"/>
            </a:xfrm>
            <a:prstGeom prst="rect">
              <a:avLst/>
            </a:prstGeom>
          </p:spPr>
        </p:pic>
        <p:pic>
          <p:nvPicPr>
            <p:cNvPr id="43" name="図 42">
              <a:extLst>
                <a:ext uri="{FF2B5EF4-FFF2-40B4-BE49-F238E27FC236}">
                  <a16:creationId xmlns:a16="http://schemas.microsoft.com/office/drawing/2014/main" id="{7FB13384-2C1B-DDB9-6A16-825700067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65832" y="2086953"/>
              <a:ext cx="400110" cy="400110"/>
            </a:xfrm>
            <a:prstGeom prst="rect">
              <a:avLst/>
            </a:prstGeom>
          </p:spPr>
        </p:pic>
      </p:grp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A3F215AD-A645-4F4D-E226-8487833EC8FC}"/>
              </a:ext>
            </a:extLst>
          </p:cNvPr>
          <p:cNvSpPr txBox="1"/>
          <p:nvPr/>
        </p:nvSpPr>
        <p:spPr>
          <a:xfrm>
            <a:off x="453641" y="151269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ゴーレムたち</a:t>
            </a:r>
          </a:p>
        </p:txBody>
      </p: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59537260-68CF-9B34-3445-CDF6F2C29DA8}"/>
              </a:ext>
            </a:extLst>
          </p:cNvPr>
          <p:cNvGrpSpPr/>
          <p:nvPr/>
        </p:nvGrpSpPr>
        <p:grpSpPr>
          <a:xfrm>
            <a:off x="444461" y="2238546"/>
            <a:ext cx="4801314" cy="1890400"/>
            <a:chOff x="444461" y="2125794"/>
            <a:chExt cx="4801314" cy="1890400"/>
          </a:xfrm>
        </p:grpSpPr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3B66DB4B-E826-9DBC-2BA4-E808EBC2EFD1}"/>
                </a:ext>
              </a:extLst>
            </p:cNvPr>
            <p:cNvSpPr txBox="1"/>
            <p:nvPr/>
          </p:nvSpPr>
          <p:spPr>
            <a:xfrm>
              <a:off x="444461" y="2125794"/>
              <a:ext cx="48013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>
                  <a:latin typeface="HGS明朝E" panose="02020900000000000000" pitchFamily="18" charset="-128"/>
                  <a:ea typeface="HGS明朝E" panose="02020900000000000000" pitchFamily="18" charset="-128"/>
                </a:rPr>
                <a:t>地面からドリルを出してくる敵や</a:t>
              </a:r>
              <a:endParaRPr kumimoji="1" lang="ja-JP" altLang="en-US" sz="2400" dirty="0"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</p:txBody>
        </p: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9724E39D-E2BE-772C-C481-A4695BD2CCBA}"/>
                </a:ext>
              </a:extLst>
            </p:cNvPr>
            <p:cNvSpPr txBox="1"/>
            <p:nvPr/>
          </p:nvSpPr>
          <p:spPr>
            <a:xfrm>
              <a:off x="444461" y="2611360"/>
              <a:ext cx="35702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>
                  <a:latin typeface="HGS明朝E" panose="02020900000000000000" pitchFamily="18" charset="-128"/>
                  <a:ea typeface="HGS明朝E" panose="02020900000000000000" pitchFamily="18" charset="-128"/>
                </a:rPr>
                <a:t>天井に張り付いている敵</a:t>
              </a:r>
              <a:endParaRPr kumimoji="1" lang="ja-JP" altLang="en-US" sz="2400" dirty="0"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87FAA701-2E6D-C0A7-A2EB-9DB9CDDDCEBE}"/>
                </a:ext>
              </a:extLst>
            </p:cNvPr>
            <p:cNvSpPr txBox="1"/>
            <p:nvPr/>
          </p:nvSpPr>
          <p:spPr>
            <a:xfrm>
              <a:off x="444461" y="3095560"/>
              <a:ext cx="44935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>
                  <a:latin typeface="HGS明朝E" panose="02020900000000000000" pitchFamily="18" charset="-128"/>
                  <a:ea typeface="HGS明朝E" panose="02020900000000000000" pitchFamily="18" charset="-128"/>
                </a:rPr>
                <a:t>磁力と磁石をうまく使うことで</a:t>
              </a:r>
              <a:endParaRPr kumimoji="1" lang="ja-JP" altLang="en-US" sz="2400" dirty="0"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B9383A2B-1D32-976F-0950-1B2A6268FD88}"/>
                </a:ext>
              </a:extLst>
            </p:cNvPr>
            <p:cNvSpPr txBox="1"/>
            <p:nvPr/>
          </p:nvSpPr>
          <p:spPr>
            <a:xfrm>
              <a:off x="444461" y="3554529"/>
              <a:ext cx="26468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>
                  <a:latin typeface="HGS明朝E" panose="02020900000000000000" pitchFamily="18" charset="-128"/>
                  <a:ea typeface="HGS明朝E" panose="02020900000000000000" pitchFamily="18" charset="-128"/>
                </a:rPr>
                <a:t>倒すことができる</a:t>
              </a:r>
              <a:endParaRPr kumimoji="1" lang="ja-JP" altLang="en-US" sz="2400" dirty="0"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</p:txBody>
        </p:sp>
      </p:grpSp>
      <p:sp>
        <p:nvSpPr>
          <p:cNvPr id="60" name="AutoShape 2" descr="色塗りできる矢印【曲線・黒】のイラスト|ぬれよん-ぬれるフリーイラスト">
            <a:extLst>
              <a:ext uri="{FF2B5EF4-FFF2-40B4-BE49-F238E27FC236}">
                <a16:creationId xmlns:a16="http://schemas.microsoft.com/office/drawing/2014/main" id="{DE844F92-1A77-96F7-A1C7-06F1A4ECE7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07B52E6A-028F-CB9A-0CE6-274218857EFB}"/>
              </a:ext>
            </a:extLst>
          </p:cNvPr>
          <p:cNvSpPr txBox="1"/>
          <p:nvPr/>
        </p:nvSpPr>
        <p:spPr>
          <a:xfrm>
            <a:off x="6824363" y="1471871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磁力の壁</a:t>
            </a: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15E26DA0-BCEC-CBC0-1F47-E2CFEE0154E7}"/>
              </a:ext>
            </a:extLst>
          </p:cNvPr>
          <p:cNvSpPr/>
          <p:nvPr/>
        </p:nvSpPr>
        <p:spPr>
          <a:xfrm>
            <a:off x="6618397" y="4241260"/>
            <a:ext cx="2539180" cy="2263080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9FCB4F0F-4663-2DC8-0F41-DD685CC1BC5D}"/>
              </a:ext>
            </a:extLst>
          </p:cNvPr>
          <p:cNvSpPr/>
          <p:nvPr/>
        </p:nvSpPr>
        <p:spPr>
          <a:xfrm>
            <a:off x="9349422" y="4241260"/>
            <a:ext cx="2539180" cy="2263080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9D1DB9-05A2-FD45-6A8D-5A25E4E48D9A}"/>
              </a:ext>
            </a:extLst>
          </p:cNvPr>
          <p:cNvSpPr txBox="1"/>
          <p:nvPr/>
        </p:nvSpPr>
        <p:spPr>
          <a:xfrm>
            <a:off x="6725934" y="436066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明朝E" panose="02020900000000000000" pitchFamily="18" charset="-128"/>
                <a:ea typeface="HGS明朝E" panose="02020900000000000000" pitchFamily="18" charset="-128"/>
              </a:rPr>
              <a:t>スイッチ</a:t>
            </a:r>
            <a:endParaRPr kumimoji="1" lang="ja-JP" altLang="en-US" sz="24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FDFD641-C9BC-003E-AC90-E59062E0AFA7}"/>
              </a:ext>
            </a:extLst>
          </p:cNvPr>
          <p:cNvSpPr txBox="1"/>
          <p:nvPr/>
        </p:nvSpPr>
        <p:spPr>
          <a:xfrm>
            <a:off x="9429673" y="4360664"/>
            <a:ext cx="1497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GS明朝E" panose="02020900000000000000" pitchFamily="18" charset="-128"/>
                <a:ea typeface="HGS明朝E" panose="02020900000000000000" pitchFamily="18" charset="-128"/>
              </a:rPr>
              <a:t>金属床</a:t>
            </a:r>
            <a:r>
              <a:rPr kumimoji="1" lang="en-US" altLang="ja-JP" sz="2400" dirty="0">
                <a:latin typeface="HGS明朝E" panose="02020900000000000000" pitchFamily="18" charset="-128"/>
                <a:ea typeface="HGS明朝E" panose="02020900000000000000" pitchFamily="18" charset="-128"/>
              </a:rPr>
              <a:t>,</a:t>
            </a:r>
            <a:r>
              <a:rPr kumimoji="1" lang="ja-JP" altLang="en-US" sz="2400" dirty="0">
                <a:latin typeface="HGS明朝E" panose="02020900000000000000" pitchFamily="18" charset="-128"/>
                <a:ea typeface="HGS明朝E" panose="02020900000000000000" pitchFamily="18" charset="-128"/>
              </a:rPr>
              <a:t>壁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BCE4E43A-FF3D-9013-6576-4682541D0F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3793" y="1964190"/>
            <a:ext cx="388743" cy="1973948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B943596-0360-F5D9-F8BC-977B1DC00BC3}"/>
              </a:ext>
            </a:extLst>
          </p:cNvPr>
          <p:cNvSpPr txBox="1"/>
          <p:nvPr/>
        </p:nvSpPr>
        <p:spPr>
          <a:xfrm>
            <a:off x="6887281" y="2022654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</a:rPr>
              <a:t>プレイヤーの磁力や</a:t>
            </a:r>
            <a:br>
              <a:rPr lang="en-US" altLang="ja-JP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</a:rPr>
              <a:t>磁石で動かすことが可能</a:t>
            </a:r>
            <a:endParaRPr kumimoji="1" lang="ja-JP" altLang="en-US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31591061-B95D-3EC7-6B31-4A2BA17DA3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3919" y="2574084"/>
            <a:ext cx="1347281" cy="1347281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D45FC866-09B4-BF89-BEF9-0A2FF21215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526118" y="3266156"/>
            <a:ext cx="447435" cy="639193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0D1E84BB-5DC2-A3C6-B113-98D39C04EA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541757" y="2631567"/>
            <a:ext cx="447435" cy="639193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5CB44CC3-562A-91B3-638B-51B40D0AA0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536052" y="2026222"/>
            <a:ext cx="447435" cy="639193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8AADF96-A07F-4978-BE8D-ECD54EE09597}"/>
              </a:ext>
            </a:extLst>
          </p:cNvPr>
          <p:cNvSpPr txBox="1"/>
          <p:nvPr/>
        </p:nvSpPr>
        <p:spPr>
          <a:xfrm>
            <a:off x="6886794" y="2724112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</a:rPr>
              <a:t>スイッチなども</a:t>
            </a:r>
            <a:br>
              <a:rPr lang="en-US" altLang="ja-JP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</a:rPr>
              <a:t>押すことが可能</a:t>
            </a:r>
            <a:endParaRPr kumimoji="1" lang="ja-JP" altLang="en-US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92CAEED2-2AE8-28FB-2055-A52EA971FE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711" y="5876235"/>
            <a:ext cx="1378392" cy="689196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B74A54FB-49CD-5B74-223D-1ECA03F68B31}"/>
              </a:ext>
            </a:extLst>
          </p:cNvPr>
          <p:cNvSpPr txBox="1"/>
          <p:nvPr/>
        </p:nvSpPr>
        <p:spPr>
          <a:xfrm>
            <a:off x="6811038" y="48013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プレイヤーが押したり</a:t>
            </a:r>
            <a:br>
              <a:rPr kumimoji="1" lang="en-US" altLang="ja-JP" sz="1600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壁で押したりなど</a:t>
            </a:r>
            <a:r>
              <a:rPr kumimoji="1" lang="en-US" altLang="ja-JP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...</a:t>
            </a:r>
            <a:endParaRPr kumimoji="1" lang="ja-JP" altLang="en-US" sz="16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EBC627B8-C3FE-5154-D08C-9103C9FD2A6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524870" y="5300376"/>
            <a:ext cx="222635" cy="1973948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6396090-BA22-F6D5-A018-67158F9BED44}"/>
              </a:ext>
            </a:extLst>
          </p:cNvPr>
          <p:cNvSpPr txBox="1"/>
          <p:nvPr/>
        </p:nvSpPr>
        <p:spPr>
          <a:xfrm>
            <a:off x="9517932" y="4801354"/>
            <a:ext cx="18261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金属の床や壁には</a:t>
            </a:r>
            <a:br>
              <a:rPr kumimoji="1" lang="en-US" altLang="ja-JP" sz="1600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磁石を刺すことが</a:t>
            </a:r>
            <a:br>
              <a:rPr kumimoji="1" lang="en-US" altLang="ja-JP" sz="1600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できない</a:t>
            </a:r>
          </a:p>
        </p:txBody>
      </p:sp>
    </p:spTree>
    <p:extLst>
      <p:ext uri="{BB962C8B-B14F-4D97-AF65-F5344CB8AC3E}">
        <p14:creationId xmlns:p14="http://schemas.microsoft.com/office/powerpoint/2010/main" val="1334600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テーマ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2738DBFB50681C43AA0BAACDF4F02E08" ma:contentTypeVersion="11" ma:contentTypeDescription="新しいドキュメントを作成します。" ma:contentTypeScope="" ma:versionID="18655f9a24a3525d2eb9929536274565">
  <xsd:schema xmlns:xsd="http://www.w3.org/2001/XMLSchema" xmlns:xs="http://www.w3.org/2001/XMLSchema" xmlns:p="http://schemas.microsoft.com/office/2006/metadata/properties" xmlns:ns2="b2770d06-fafb-4c96-bec3-00a80a5e5671" xmlns:ns3="5a3795a6-e1be-4b8d-8c1b-7b0c39537e65" targetNamespace="http://schemas.microsoft.com/office/2006/metadata/properties" ma:root="true" ma:fieldsID="fbb3962b01a5ec892a834d93fc516bf9" ns2:_="" ns3:_="">
    <xsd:import namespace="b2770d06-fafb-4c96-bec3-00a80a5e5671"/>
    <xsd:import namespace="5a3795a6-e1be-4b8d-8c1b-7b0c39537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770d06-fafb-4c96-bec3-00a80a5e56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0895b9c0-74fc-4553-aa0b-380ace5f8a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3795a6-e1be-4b8d-8c1b-7b0c39537e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1197a17-c426-4898-8594-b6e2d433d4f1}" ma:internalName="TaxCatchAll" ma:showField="CatchAllData" ma:web="5a3795a6-e1be-4b8d-8c1b-7b0c39537e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a3795a6-e1be-4b8d-8c1b-7b0c39537e65" xsi:nil="true"/>
    <lcf76f155ced4ddcb4097134ff3c332f xmlns="b2770d06-fafb-4c96-bec3-00a80a5e567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F986BC-756C-4419-B9FE-0F0EA3E4B7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770d06-fafb-4c96-bec3-00a80a5e5671"/>
    <ds:schemaRef ds:uri="5a3795a6-e1be-4b8d-8c1b-7b0c39537e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28966A-F9FC-453A-9E0B-BFCB2AC60E09}">
  <ds:schemaRefs>
    <ds:schemaRef ds:uri="684e0667-7348-4abb-86b3-e9bef84558aa"/>
    <ds:schemaRef ds:uri="b2770d06-fafb-4c96-bec3-00a80a5e5671"/>
    <ds:schemaRef ds:uri="c06503f0-087d-4bed-8b7c-44a1db8da15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5a3795a6-e1be-4b8d-8c1b-7b0c39537e65"/>
  </ds:schemaRefs>
</ds:datastoreItem>
</file>

<file path=customXml/itemProps3.xml><?xml version="1.0" encoding="utf-8"?>
<ds:datastoreItem xmlns:ds="http://schemas.openxmlformats.org/officeDocument/2006/customXml" ds:itemID="{F034914C-2D07-4BDD-8D4C-BBF32A6455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1808</TotalTime>
  <Words>179</Words>
  <Application>Microsoft Office PowerPoint</Application>
  <PresentationFormat>ワイド画面</PresentationFormat>
  <Paragraphs>29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HGS明朝E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阿吽</dc:title>
  <dc:creator>いっと 田中</dc:creator>
  <cp:lastModifiedBy>いっと 田中</cp:lastModifiedBy>
  <cp:revision>96</cp:revision>
  <dcterms:created xsi:type="dcterms:W3CDTF">2026-01-07T01:49:41Z</dcterms:created>
  <dcterms:modified xsi:type="dcterms:W3CDTF">2026-07-22T13:35:09Z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0x0101002738DBFB50681C43AA0BAACDF4F02E08</vt:lpwstr>
  </property>
  <property fmtid="{D5CDD505-2E9C-101B-9397-08002B2CF9AE}" pid="3" name="MediaServiceImageTags">
    <vt:lpwstr/>
  </property>
</Properties>
</file>