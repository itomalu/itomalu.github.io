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EAFE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0:54.043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198.08154"/>
      <inkml:brushProperty name="anchorY" value="-9886.61133"/>
      <inkml:brushProperty name="scaleFactor" value="0.5"/>
    </inkml:brush>
  </inkml:definitions>
  <inkml:trace contextRef="#ctx0" brushRef="#br0">127 1 24575,'0'0'0,"0"0"0,-1 2 0,-1 0 0,0 1 0,0 1 0,-1 0 0,0 1 0,0 0 0,1 1 0,-1-1 0,0 0 0,1-1 0,-2-1 0,2 1 0,0-1 0,0 1 0,0 0 0,1-1 0,-2 0 0,2 1 0,-1-1 0,0 0 0,0 1 0,0-1 0,0 2 0,-1-2 0,1 1 0,0 0 0,0 0 0,0 1 0,1 0 0,-2-1 0,1 0 0,0 1 0,0-2 0,-1 1 0,1-1 0,0 2 0,-1-2 0,1 1 0,-1 0 0,0 0 0,0 1 0,1 0 0,-1 0 0,1 0 0,-1 0 0,1-1 0,0 0 0,0 0 0,0-1 0,0 1 0,0 0 0,-1 1 0,0 0 0,2 0 0,-1 0 0,1-1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0:56.704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055.18799"/>
      <inkml:brushProperty name="anchorY" value="-9102.40332"/>
      <inkml:brushProperty name="scaleFactor" value="0.5"/>
    </inkml:brush>
  </inkml:definitions>
  <inkml:trace contextRef="#ctx0" brushRef="#br0">151 0 24575,'0'0'0,"0"1"0,-1 0 0,-1 1 0,0 0 0,0 1 0,0 0 0,-1 0 0,0 0 0,0 0 0,0 1 0,0 0 0,0-1 0,1 0 0,0 1 0,0 0 0,1-1 0,-2 1 0,1 0 0,-1 0 0,1 0 0,-1 0 0,1 0 0,0 1 0,-1 0 0,1-1 0,-1 0 0,1 0 0,-1 1 0,1-1 0,1 1 0,-2-1 0,2 1 0,-2-2 0,1 0 0,0 1 0,1 0 0,-1-1 0,1 1 0,-1-1 0,0 0 0,0 1 0,0 0 0,0 0 0,-1 1 0,0 0 0,0 0 0,1 1 0,-1-2 0,1 0 0,0 1 0,0-2 0,0 1 0,1-1 0,0 2 0,-1-1 0,1 1 0,-1-1 0,0 0 0,-1-1 0,1 1 0,0-1 0,0 1 0,1 1 0,0-1 0,0 0 0,-1 0 0,0 0 0,0 1 0,1 0 0,0 0 0,1 0 0,-2 0 0,1-1 0,0 0 0,0 1 0,1-1 0,-2 0 0,1-1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0:59.669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888.71436"/>
      <inkml:brushProperty name="anchorY" value="-8390.32715"/>
      <inkml:brushProperty name="scaleFactor" value="0.5"/>
    </inkml:brush>
  </inkml:definitions>
  <inkml:trace contextRef="#ctx0" brushRef="#br0">0 134 24575,'0'0'0,"1"-1"0,0-1 0,2 0 0,-1-1 0,-1-1 0,2 1 0,0 0 0,-1 1 0,1-2 0,-1 1 0,1 1 0,0 0 0,0-1 0,1 0 0,-1 0 0,1 0 0,-1 0 0,0 0 0,0 2 0,0-2 0,1 1 0,-1 0 0,0 0 0,0 0 0,0 0 0,0-1 0,-1 0 0,1 1 0,0 0 0,0-1 0,1 1 0,0 0 0,1 0 0,0 0 0,-1-1 0,0 0 0,-1 0 0,1 0 0,-1 1 0,0 0 0,1 0 0,0 0 0,-1 0 0,0 0 0,1 1 0,-1-1 0,1 0 0,0 1 0,0 0 0,-1-1 0,1 1 0,0-1 0,1 0 0,-1 1 0,1-1 0,1 1 0,-1 1 0,0-1 0,0 1 0,1 0 0,-2-1 0,0 0 0,1 0 0,-2-1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0.70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129.90967"/>
      <inkml:brushProperty name="anchorY" value="-9272.37402"/>
      <inkml:brushProperty name="scaleFactor" value="0.5"/>
    </inkml:brush>
  </inkml:definitions>
  <inkml:trace contextRef="#ctx0" brushRef="#br0">80 1 24575,'0'0'0,"-1"0"0,0 3 0,0 0 0,-1 1 0,0 2 0,0-1 0,0 1 0,-1-1 0,0 0 0,0 1 0,1 1 0,-1-2 0,0 0 0,2 0 0,-2 0 0,0 1 0,0 0 0,-1 0 0,2 0 0,-1-1 0,1-1 0,-1 1 0,0-1 0,0 2 0,0 0 0,0 0 0,0-1 0,0 0 0,1 0 0,1-1 0,-1 0 0,1 0 0,-1 0 0,2-2 0,-1-1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1.656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034.6499"/>
      <inkml:brushProperty name="anchorY" value="-8421.07813"/>
      <inkml:brushProperty name="scaleFactor" value="0.5"/>
    </inkml:brush>
  </inkml:definitions>
  <inkml:trace contextRef="#ctx0" brushRef="#br0">46 1 24575,'0'0'0,"0"0"0,0 3 0,0 0 0,0 1 0,0 1 0,0 1 0,0 1 0,0-1 0,0 1 0,0-1 0,0 1 0,0-1 0,-1 1 0,0-1 0,0 0 0,-1 0 0,0-1 0,1 0 0,0 1 0,-1-1 0,0 0 0,0-1 0,0 0 0,0 1 0,0-1 0,-1 0 0,0-1 0,1 1 0,0 0 0,0-1 0,-1 0 0,1 0 0,-1 0 0,0-4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3.69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973.16479"/>
      <inkml:brushProperty name="anchorY" value="-7558.92139"/>
      <inkml:brushProperty name="scaleFactor" value="0.5"/>
    </inkml:brush>
  </inkml:definitions>
  <inkml:trace contextRef="#ctx0" brushRef="#br0">0 17 24575,'0'0'0,"0"-1"0,1-1 0,1 0 0,-1-1 0,1 0 0,0 1 0,2 0 0,0 1 0,1 0 0,-1 2 0,0 1 0,-2 2 0,0-1 0,0 1 0,-1 0 0,0 0 0,0 1 0,-1 0 0,0 1 0,0-1 0,0 0 0,0 1 0,0-1 0,-1 0 0,1 1 0,0-1 0,0 0 0,-1 0 0,0-1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4.70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022.96582"/>
      <inkml:brushProperty name="anchorY" value="-8650.33984"/>
      <inkml:brushProperty name="scaleFactor" value="0.5"/>
    </inkml:brush>
  </inkml:definitions>
  <inkml:trace contextRef="#ctx0" brushRef="#br0">0 0 24575,'0'0'0,"1"0"0,0 1 0,0 2 0,0 0 0,0 1 0,0 0 0,1 0 0,-1 0 0,0 1 0,0-2 0,1 1 0,-1 1 0,0-1 0,0 1 0,-1 0 0,0 0 0,0 0 0,0 0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5.60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055.04248"/>
      <inkml:brushProperty name="anchorY" value="-9739.49512"/>
      <inkml:brushProperty name="scaleFactor" value="0.5"/>
    </inkml:brush>
  </inkml:definitions>
  <inkml:trace contextRef="#ctx0" brushRef="#br0">8 1 24575,'0'0'0,"0"1"0,0 1 0,0 1 0,0 1 0,0 1 0,0 0 0,0 1 0,0-1 0,0 1 0,0-1 0,0 0 0,0 1 0,0-1 0,0 0 0,0 1 0,-1-1 0,0 0 0,-1 0 0,0-1 0,0-1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6.22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031.04883"/>
      <inkml:brushProperty name="anchorY" value="-8814.78418"/>
      <inkml:brushProperty name="scaleFactor" value="0.5"/>
    </inkml:brush>
  </inkml:definitions>
  <inkml:trace contextRef="#ctx0" brushRef="#br0">0 1 24575,'0'0'0,"0"1"0,0 2 0,0 2 0,0 0 0,0 0 0,0 1 0,0 0 0,0 0 0,0-1 0,0 1 0,0-2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7.044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047.04834"/>
      <inkml:brushProperty name="anchorY" value="-9883.01855"/>
      <inkml:brushProperty name="scaleFactor" value="0.5"/>
    </inkml:brush>
  </inkml:definitions>
  <inkml:trace contextRef="#ctx0" brushRef="#br0">29 1 24575,'0'0'0,"0"1"0,0 1 0,0 1 0,0 1 0,0 1 0,0 0 0,0 1 0,0-1 0,0 1 0,0 0 0,0 2 0,-1-1 0,-1 1 0,1-1 0,-1-2 0,1 0 0,-1-1 0,1 1 0,-1-1 0,1 1 0,-2-1 0,1 0 0,1 0 0,-2 0 0,2-1 0,-2 0 0,1-1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7.65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003.23877"/>
      <inkml:brushProperty name="anchorY" value="-8992.12207"/>
      <inkml:brushProperty name="scaleFactor" value="0.5"/>
    </inkml:brush>
  </inkml:definitions>
  <inkml:trace contextRef="#ctx0" brushRef="#br0">40 1 24575,'0'0'0,"-1"0"0,0 3 0,-1 0 0,2 1 0,-1 1 0,-1 0 0,1 2 0,-1-2 0,0 1 0,0-1 0,1 0 0,-1 0 0,-1 0 0,0 1 0,0-1 0,-1 0 0,0-1 0,1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08.46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947.82983"/>
      <inkml:brushProperty name="anchorY" value="-8062.08691"/>
      <inkml:brushProperty name="scaleFactor" value="0.5"/>
    </inkml:brush>
  </inkml:definitions>
  <inkml:trace contextRef="#ctx0" brushRef="#br0">47 1 24575,'0'0'0,"0"0"0,0 3 0,-2-1 0,1 1 0,-1 2 0,-1 0 0,0 1 0,1 1 0,-1-1 0,1 1 0,-1 0 0,0 2 0,0-1 0,1 0 0,0-1 0,0-1 0,0 0 0,0 0 0,0-1 0,0 0 0,1 1 0,-1-2 0,1 0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14.22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885.88354"/>
      <inkml:brushProperty name="anchorY" value="-7174.48438"/>
      <inkml:brushProperty name="scaleFactor" value="0.5"/>
    </inkml:brush>
  </inkml:definitions>
  <inkml:trace contextRef="#ctx0" brushRef="#br0">11 0 24575,'0'0'0,"0"1"0,0 1 0,-1 2 0,0 0 0,0 1 0,0 0 0,0 1 0,1 1 0,0-1 0,-1 1 0,1-1 0,0 0 0,1-1 0,-1 1 0,0-1 0,0 0 0,0 0 0,-1 1 0,0-1 0,-1 0 0,2 0 0,-1 1 0,0-1 0,1 0 0,0 1 0,0-1 0,0 0 0,0 0 0,0 1 0,0-1 0,0 0 0,0 1 0,0-1 0,0 0 0,0 0 0,0 1 0,0-1 0,0 0 0,0 1 0,0-1 0,1-1 0,1-1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15.77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861.44556"/>
      <inkml:brushProperty name="anchorY" value="-6372.55957"/>
      <inkml:brushProperty name="scaleFactor" value="0.5"/>
    </inkml:brush>
  </inkml:definitions>
  <inkml:trace contextRef="#ctx0" brushRef="#br0">1 234 24575,'0'0'0,"0"-1"0,0-1 0,0-1 0,1-2 0,0-1 0,1-1 0,0 1 0,0 0 0,-1 0 0,1 1 0,0 1 0,-1 0 0,0-1 0,0 1 0,0-1 0,0 0 0,1 0 0,0-1 0,0 1 0,0 1 0,0 0 0,0-1 0,0 2 0,1 0 0,-1 1 0,0-1 0,0-1 0,0 1 0,0-1 0,-1 0 0,1 1 0,0-1 0,-1 0 0,1 1 0,1 0 0,-1-1 0,2 0 0,-2-1 0,0 0 0,1 1 0,-1 0 0,0 1 0,1-1 0,-2 1 0,0-2 0,1 1 0,1 0 0,-1 0 0,1 0 0,0 0 0,-1-1 0,0 1 0,0 0 0,1 1 0,-1 0 0,0-1 0,-1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16.42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982.4231"/>
      <inkml:brushProperty name="anchorY" value="-7155.30469"/>
      <inkml:brushProperty name="scaleFactor" value="0.5"/>
    </inkml:brush>
  </inkml:definitions>
  <inkml:trace contextRef="#ctx0" brushRef="#br0">0 51 24575,'0'0'0,"0"-1"0,0-1 0,1-1 0,1-2 0,2 0 0,0 0 0,0 0 0,0 0 0,0 0 0,1 1 0,-2-1 0,1 2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17.05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036.54688"/>
      <inkml:brushProperty name="anchorY" value="-8120.53125"/>
      <inkml:brushProperty name="scaleFactor" value="0.5"/>
    </inkml:brush>
  </inkml:definitions>
  <inkml:trace contextRef="#ctx0" brushRef="#br0">1 23 24575,'0'0'0,"0"-1"0,1-2 0,1 1 0,0-1 0,1 1 0,0-2 0,0 2 0,0-1 0,1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17.821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073.58691"/>
      <inkml:brushProperty name="anchorY" value="-9114.08105"/>
      <inkml:brushProperty name="scaleFactor" value="0.5"/>
    </inkml:brush>
  </inkml:definitions>
  <inkml:trace contextRef="#ctx0" brushRef="#br0">0 34 24575,'0'0'0,"1"0"0,1 0 0,1-1 0,0 0 0,0-1 0,2 0 0,-1 0 0,0 0 0,1 0 0,-1-1 0,0 0 0,1 0 0,-1-1 0,0 2 0,0 0 0,1-1 0,-2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18.429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152.7124"/>
      <inkml:brushProperty name="anchorY" value="-10096.15137"/>
      <inkml:brushProperty name="scaleFactor" value="0.5"/>
    </inkml:brush>
  </inkml:definitions>
  <inkml:trace contextRef="#ctx0" brushRef="#br0">1 39 24575,'0'0'0,"1"0"0,1-1 0,1 0 0,0-2 0,1 1 0,-1 0 0,0-1 0,0 0 0,0 0 0,1-1 0,-1-1 0,0 1 0,1 0 0,-1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19.784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211.04834"/>
      <inkml:brushProperty name="anchorY" value="-11074.25488"/>
      <inkml:brushProperty name="scaleFactor" value="0.5"/>
    </inkml:brush>
  </inkml:definitions>
  <inkml:trace contextRef="#ctx0" brushRef="#br0">0 61 24575,'0'0'0,"0"-1"0,1-1 0,1 1 0,0-1 0,1 1 0,0-2 0,0 1 0,1 0 0,-1 0 0,1 0 0,-2-1 0,2 1 0,-1 0 0,0 0 0,1 0 0,-1 1 0,2 0 0,-1-1 0,1 0 0,-1 0 0,1 0 0,-1-1 0,-1 0 0,1 0 0,0 1 0,-1-1 0,0 1 0,1 0 0,-1 0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20.68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8324.9043"/>
      <inkml:brushProperty name="anchorY" value="-12029.83008"/>
      <inkml:brushProperty name="scaleFactor" value="0.5"/>
    </inkml:brush>
  </inkml:definitions>
  <inkml:trace contextRef="#ctx0" brushRef="#br0">0 50 24575,'0'0'0,"0"-1"0,1 0 0,0-1 0,2 0 0,0-1 0,1 0 0,-1 0 0,1 1 0,-1-1 0,0 0 0,1 1 0,-1 0 0,0-1 0,-1 1 0,2-1 0,-1 2 0,1-1 0,-1 0 0,0 0 0,0 0 0,0-1 0,-1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21.513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9402.46875"/>
      <inkml:brushProperty name="anchorY" value="-12997.01758"/>
      <inkml:brushProperty name="scaleFactor" value="0.5"/>
    </inkml:brush>
  </inkml:definitions>
  <inkml:trace contextRef="#ctx0" brushRef="#br0">1 51 24575,'0'0'0,"1"0"0,0-1 0,1-1 0,0 0 0,1-1 0,-1-1 0,1 0 0,0-1 0,0 1 0,0-1 0,0 1 0,1 0 0,-1 1 0,-1-1 0,0 1 0,0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22.20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0457.74512"/>
      <inkml:brushProperty name="anchorY" value="-13962.64355"/>
      <inkml:brushProperty name="scaleFactor" value="0.5"/>
    </inkml:brush>
  </inkml:definitions>
  <inkml:trace contextRef="#ctx0" brushRef="#br0">0 25 24575,'0'0'0,"0"-1"0,1-1 0,0 0 0,0-1 0,0-1 0,1 1 0,-1-1 0,2 1 0,-1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23.33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1485.50684"/>
      <inkml:brushProperty name="anchorY" value="-14954.56152"/>
      <inkml:brushProperty name="scaleFactor" value="0.5"/>
    </inkml:brush>
  </inkml:definitions>
  <inkml:trace contextRef="#ctx0" brushRef="#br0">0 0 24575,'0'0'0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44.50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3574.61914"/>
      <inkml:brushProperty name="anchorY" value="-17058.79297"/>
      <inkml:brushProperty name="scaleFactor" value="0.5"/>
    </inkml:brush>
  </inkml:definitions>
  <inkml:trace contextRef="#ctx0" brushRef="#br0">16 1 24575,'0'0'0,"1"0"0,1 1 0,-1 1 0,1 0 0,0 0 0,1 1 0,0-1 0,0 1 0,0-1 0,0 1 0,0-1 0,0 1 0,1 1 0,1-1 0,-1 0 0,1 1 0,0 0 0,1 0 0,-1 0 0,1-1 0,-2 0 0,1 0 0,-2 0 0,0-1 0,1 0 0,0-1 0,0 1 0,1 0 0,0 1 0,0-2 0,1 2 0,-1 0 0,0 0 0,0 0 0,-1 0 0,-1 0 0,1 0 0,-1 0 0,-1-1 0,-2-2 0,-3-1 0,0-1 0,-2-1 0,-1 0 0,-1 0 0,0-1 0,1 2 0,2-2 0,-1 2 0,0-1 0,1-1 0,0 0 0,1 1 0,-1 0 0,1 0 0,0 0 0,-1 0 0,1 0 0,0 0 0,-1 1 0,1 0 0,-1 0 0,0 0 0,0 1 0,-1 1 0,0 0 0,0-1 0,1 0 0,0 0 0,-1 0 0,2 2 0,-1 0 0,1 2 0,-1 1 0,1 0 0,0 0 0,1 0 0,0 0 0,0-1 0,-1 2 0,1-1 0,1 1 0,-1-1 0,2 2 0,0-2 0,1 0 0,1-1 0,1 0 0,1-1 0,1 0 0,0-1 0,-1 1 0,1 0 0,-1 0 0,1 0 0,-2 1 0,2-1 0,-1 1 0,1 1 0,-1-1 0,1-1 0,-1 1 0,0-1 0,0 1 0,0-1 0,1 1 0,0-1 0,-1 1 0,-1-2 0,-2-1 0,-2-1 0,-1-2 0,0-1 0,-3 0 0,-1 0 0,0-1 0,0 1 0,3 1 0,3 0 0,1 2 0,3 1 0,1-1 0,1 2 0,1 2 0,0-1 0,0 0 0,-2 1 0,0-1 0,-2 1 0,1-1 0,-3 0 0,-1 0 0,-2-2 0,-2 1 0,0-1 0,-1 0 0,-1 0 0,1 0 0,-1 0 0,0 0 0,1-1 0,-1 1 0,1 0 0,0 0 0,-1 0 0,1 0 0,0 0 0,-1 0 0,1 0 0,1-1 0,0 0 0,0 0 0,-1-1 0,1 1 0,-1-2 0,2 1 0,2 0 0,1 2 0,2 0 0,1 1 0,1-1 0,1 2 0,0-1 0,-1 2 0,1-1 0,0 0 0,1-1 0,0 1 0,0 0 0,0-1 0,-2 1 0,1 1 0,-1-1 0,0 0 0,1 1 0,0-1 0,-1 1 0,0-1 0,0 0 0,0 0 0,-1 0 0,0 0 0,-2 1 0,-2-2 0,-1 1 0,-2-2 0,-1 1 0,0-1 0,1-1 0,-1 0 0,0-1 0,1 2 0,-1-1 0,2 0 0,2 1 0,2 0 0,2 0 0,2 0 0,0 1 0,0 0 0,1 0 0,-1 1 0,1 0 0,0 0 0,-1 0 0,-1 1 0,1-1 0,-1 0 0,0 0 0,1-1 0,-1 1 0,0-1 0,0 0 0,-1 1 0,1 0 0,-1 0 0,0 0 0,0 0 0,0 0 0,1 0 0,-1 1 0,1-1 0,1 0 0,-1 0 0,-1 1 0,0-1 0,-1 2 0,1-2 0,0 0 0,0 1 0,1-1 0,-1-1 0,0 1 0,1 0 0,0 0 0,0 0 0,1 0 0,0 1 0,-1 0 0,0 0 0,0-1 0,1-1 0,-1 0 0,0 1 0,0-1 0,-1 1 0,1 0 0,-1-1 0,1 1 0,0-1 0,0 1 0,0-1 0,-1 1 0,0 0 0,1-1 0,0-1 0,-2-1 0,0-2 0,0 0 0,-1-1 0,1 0 0,-2 0 0,2 0 0,-1 0 0,1 0 0,-1 0 0,1 1 0,0-1 0,-1-1 0,-1 1 0,1-1 0,-1 0 0,0 0 0,0-1 0,0 1 0,0-1 0,0 1 0,0 0 0,0-1 0,-1 2 0,-2 1 0,1 0 0,-1 1 0,-1-1 0,0 1 0,-1 0 0,0 1 0,0-1 0,0 1 0,-1-1 0,1 0 0,1-1 0,-1 1 0,1 0 0,0 1 0,-1-1 0,1-1 0,-1 0 0,0 0 0,-1-1 0,1 0 0,-1 1 0,0-2 0,-2 1 0,1 0 0,-2-1 0,1 1 0,1 0 0,1 3 0,2 2 0,1 2 0,2 2 0,0 0 0,2 1 0,2-2 0,0 1 0,1 0 0,0-2 0,0 1 0,1 0 0,-1 0 0,2 0 0,-1-2 0,0 1 0,0 1 0,-1-2 0,1 1 0,1 1 0,-1 0 0,1 0 0,-1 0 0,-1 0 0,1 0 0,-1 1 0,0 0 0,-2-1 0,-3-1 0,-1-1 0,-3-1 0,0 0 0,-2-3 0,1 0 0,0-1 0,0 0 0,0 0 0,0-1 0,1 0 0,-1 0 0,1 1 0,0 0 0,0-1 0,-1 1 0,1-1 0,0 1 0,0 0 0,-1 0 0,1 0 0,0 0 0,-1-1 0,1 1 0,1-1 0,0 2 0,0-2 0,1 2 0,0 0 0,-1-1 0,-1 1 0,0-2 0,0 1 0,0 0 0,0 1 0,0 0 0,1 0 0,1 0 0,0 0 0,0-1 0,0 1 0,1-1 0,-1 0 0,0 0 0,0-1 0,1 1 0,0-2 0,0 2 0,0-1 0,1 0 0,-1-1 0,0 1 0,1-1 0,0-1 0,0 1 0,1 0 0,0-1 0,0 1 0,0 0 0,1 0 0,1 2 0,1 2 0,2 1 0,-2 2 0,1 1 0,0 1 0,-1-1 0,1 0 0,-1 1 0,1-2 0,-1 1 0,2 1 0,-1-2 0,0 2 0,0-2 0,0 1 0,1-1 0,0 1 0,-1 0 0,1 0 0,-1-1 0,0 0 0,-1 1 0,1-1 0,-1 0 0,0 0 0,0 0 0,0 0 0,1 0 0,-2 1 0,1-1 0,0 1 0,0-1 0,0 0 0,0 0 0,1 0 0,-1 1 0,2-1 0,-1 1 0,1-1 0,0 0 0,1-1 0,-1 0 0,1-1 0,-1 0 0,-2 0 0,-2 0 0,-2 0 0,-1-1 0,-1 0 0,-1 0 0,1-1 0,-1 0 0,-1 1 0,2-2 0,-1 2 0,1-2 0,0 0 0,-1 0 0,0 1 0,1-1 0,0 0 0,0-1 0,0 0 0,0 1 0,1-1 0,-1 0 0,3 3 0,0 0 0,1 2 0,2 1 0,0 0 0,1 1 0,0 0 0,0 0 0,0 0 0,1-1 0,0 1 0,0 0 0,-1 0 0,0-1 0,0 0 0,0 0 0,-2 1 0,1 0 0,0-1 0,1 1 0,-1 0 0,1-1 0,0 1 0,-1-1 0,0 0 0,0 1 0,0-1 0,0 1 0,0-1 0,0 0 0,1-1 0,1 1 0,0 0 0,0-1 0,-1 1 0,0-1 0,1 1 0,-2 0 0,1 0 0,0-1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1:46.55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4883.02539"/>
      <inkml:brushProperty name="anchorY" value="-18222.0918"/>
      <inkml:brushProperty name="scaleFactor" value="0.5"/>
    </inkml:brush>
  </inkml:definitions>
  <inkml:trace contextRef="#ctx0" brushRef="#br0">0 1 24575,'0'0'0,"0"0"0,0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05.041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5249.44043"/>
      <inkml:brushProperty name="anchorY" value="-18228.06445"/>
      <inkml:brushProperty name="scaleFactor" value="0.5"/>
    </inkml:brush>
  </inkml:definitions>
  <inkml:trace contextRef="#ctx0" brushRef="#br0">291 155 24575,'18'-100'0,"-326"46"0,598 208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09.16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0121.51758"/>
      <inkml:brushProperty name="anchorY" value="-23772.5957"/>
      <inkml:brushProperty name="scaleFactor" value="0.5"/>
    </inkml:brush>
  </inkml:definitions>
  <inkml:trace contextRef="#ctx0" brushRef="#br0">0 75 24575,'0'0'0,"0"-1"0,0-1 0,0-2 0,0 0 0,0-1 0,0 0 0,0 0 0,0-1 0,0 1 0,1-1 0,0 1 0,1 0 0,1-1 0,0 1 0,1 1 0,-1 0 0,2 2 0,0 1 0,0 3 0,-1 1 0,0 0 0,-1 1 0,1 1 0,-2 0 0,1-1 0,0 0 0,-1-1 0,1 1 0,0-2 0,-1 1 0,1 0 0,-1-1 0,1 1 0,0 0 0,1-1 0,1 1 0,-1 0 0,0 0 0,-1 1 0,0-2 0,0 2 0,0-1 0,1 0 0,-1 0 0,1-1 0,0 1 0,0 0 0,0-1 0,1 0 0,-1 0 0,0-1 0,0 2 0,0 0 0,1-1 0,0 1 0,-1-1 0,-1 2 0,0-2 0,1 1 0,0 0 0,-1 2 0,0-2 0,1 1 0,0 1 0,-1-2 0,0 1 0,0 0 0,0 0 0,0 0 0,-1 0 0,1-1 0,-1 0 0,1 0 0,-1-1 0,1 1 0,1-1 0,-2-3 0,-1-1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15.42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1363.9375"/>
      <inkml:brushProperty name="anchorY" value="-24848.95117"/>
      <inkml:brushProperty name="scaleFactor" value="0.5"/>
    </inkml:brush>
  </inkml:definitions>
  <inkml:trace contextRef="#ctx0" brushRef="#br0">0 1 24575,'0'0'0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23.833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2379.9375"/>
      <inkml:brushProperty name="anchorY" value="-25864.95117"/>
      <inkml:brushProperty name="scaleFactor" value="0.5"/>
    </inkml:brush>
  </inkml:definitions>
  <inkml:trace contextRef="#ctx0" brushRef="#br0">0 1 24575,'0'0'0,"1"0"0,1 0 0,1 1 0,-1 1 0,0 0 0,0 1 0,1 0 0,-1 0 0,0 1 0,1-1 0,-2 0 0,2 0 0,0 0 0,0 1 0,0-1 0,1-1 0,-1 1 0,1 0 0,0 0 0,-1 0 0,1 0 0,0-1 0,0 0 0,0 1 0,1 0 0,1-1 0,-2 0 0,0 0 0,-1 1 0,1-1 0,-1 1 0,1-1 0,1 0 0,0 0 0,-1-1 0,0 1 0,0-1 0,-1 1 0,1 0 0,0-1 0,0 0 0,1 0 0,0-1 0,-2 0 0,-2 0 0,-3-1 0,-1 0 0,-1 0 0,-1 0 0,1-2 0,-1 1 0,1-2 0,-1 1 0,1 0 0,0 0 0,0-1 0,0 0 0,-1 1 0,1 0 0,0-1 0,0 1 0,1 0 0,-1 0 0,0 1 0,1 0 0,0 0 0,0-1 0,0 1 0,-1-1 0,0 1 0,1-1 0,0 0 0,1 1 0,1 2 0,1 1 0,1 2 0,1 1 0,0-1 0,0 2 0,1-2 0,-1 1 0,1-1 0,0 1 0,1-1 0,0 0 0,0 1 0,0-2 0,1 0 0,-2 1 0,1 0 0,0-1 0,0 1 0,1-2 0,0 1 0,0 1 0,0-1 0,0 0 0,1-1 0,-1 0 0,-1 1 0,0-1 0,1 0 0,-2 1 0,0 1 0,-1-1 0,1 1 0,1-2 0,0 0 0,0 1 0,0-1 0,-1 1 0,0 0 0,1 0 0,-1-2 0,-2 0 0,-1-1 0,-1-1 0,-2 1 0,1-2 0,-2 1 0,2-1 0,-2 0 0,1 1 0,0 0 0,-1 0 0,0 0 0,1 0 0,-1 1 0,0-2 0,0 0 0,0-1 0,-1 1 0,-1 0 0,1 1 0,0 0 0,2 0 0,2 1 0,1 1 0,1 0 0,3 1 0,0 1 0,1 0 0,0 0 0,0 1 0,1-1 0,-1-1 0,0 1 0,-2 1 0,0-1 0,1 0 0,-1 0 0,0 1 0,-1-1 0,1 0 0,1 0 0,-1 0 0,0 0 0,0 1 0,0-1 0,-1 1 0,1-1 0,1 0 0,0-1 0,-1 1 0,1 1 0,0-1 0,-1 1 0,1 0 0,0-1 0,0-1 0,0 1 0,0 1 0,-2-1 0,-1-1 0,-2-1 0,-1-1 0,-1-1 0,1-2 0,-1 0 0,1 0 0,0 0 0,2 1 0,1 0 0,1 2 0,1 1 0,0 1 0,2-1 0,0 1 0,-1 1 0,0-1 0,-1 1 0,1 2 0,-1-2 0,2 1 0,-2 0 0,0 0 0,0 0 0,0-1 0,0 1 0,-1 0 0,-1 0 0,1 1 0,0-1 0,-1 1 0,0 1 0,-1-1 0,1 1 0,-1 1 0,0-1 0,0 0 0,-1 0 0,-1-1 0,0 0 0,0 1 0,1-1 0,-2 1 0,1 0 0,1 0 0,-2 1 0,2-1 0,-1 0 0,1 1 0,-1-1 0,1 0 0,0 1 0,0-1 0,0 0 0,1-1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39.304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6083.41602"/>
      <inkml:brushProperty name="anchorY" value="-29546.40039"/>
      <inkml:brushProperty name="scaleFactor" value="0.5"/>
    </inkml:brush>
  </inkml:definitions>
  <inkml:trace contextRef="#ctx0" brushRef="#br0">37 75 24575,'0'0'0,"0"1"0,1 0 0,0 2 0,1 0 0,2 1 0,0 0 0,1 0 0,-1 0 0,2 1 0,0-1 0,1 0 0,-1 0 0,2 0 0,-2 0 0,3 1 0,0-1 0,-1 0 0,-1 0 0,0-1 0,-1 0 0,0-1 0,-1-1 0,2-1 0,1 0 0,-1 0 0,1 1 0,0 0 0,-1 1 0,-1 0 0,1 1 0,-2-1 0,1 0 0,-1-1 0,0 0 0,-1 1 0,1-1 0,-1 1 0,-2 0 0,-2-1 0,-1-1 0,-3-2 0,1 0 0,-1-1 0,0 1 0,-1-1 0,0 1 0,1-1 0,0 0 0,0 0 0,1 1 0,-1 0 0,0 1 0,1-1 0,-1 0 0,0-2 0,0 0 0,-2 0 0,1 1 0,0-1 0,-1 1 0,0-1 0,-1 0 0,0 0 0,0 0 0,1 0 0,0-1 0,1 2 0,1 1 0,0-1 0,1 1 0,0-1 0,0 0 0,-1 0 0,1 0 0,-2-1 0,0 1 0,1-1 0,1 0 0,0 1 0,1 0 0,-1-1 0,1-1 0,0 1 0,1-1 0,-1 1 0,1 0 0,-2 0 0,2 1 0,-1-1 0,0 1 0,0 0 0,0-1 0,1 2 0,2 1 0,0 0 0,2 2 0,2 1 0,-1 2 0,3 0 0,-1 1 0,0 1 0,-1-2 0,0-1 0,-1 1 0,0-1 0,0 0 0,0-1 0,0 1 0,-1 0 0,1 1 0,1 0 0,0 0 0,1 0 0,1 1 0,-1-1 0,-1 0 0,-1 0 0,1 0 0,-2 0 0,1-1 0,0 0 0,-1 0 0,0-1 0,0 0 0,0 1 0,1-1 0,-2 2 0,2-2 0,0 2 0,0-1 0,1-1 0,-1 0 0,2 0 0,-1 1 0,0-1 0,1 1 0,-1-1 0,0 0 0,1-1 0,-1 0 0,-2-2 0,-2 0 0,-1-1 0,-2 0 0,-1-1 0,0 0 0,-1-2 0,0 2 0,-1-1 0,-2 0 0,-1-2 0,-2 1 0,2 0 0,1 1 0,0 1 0,1 2 0,0 0 0,1-1 0,0 0 0,0 0 0,0 0 0,0 0 0,0 0 0,0-1 0,1 1 0,0 0 0,1 0 0,0-1 0,0 0 0,0 1 0,1-1 0,-1 1 0,0 0 0,0-2 0,-1 2 0,1-2 0,0 1 0,-1 0 0,1 0 0,-1 0 0,2-1 0,0 0 0,-1 1 0,0 1 0,1-1 0,-2 1 0,1 0 0,-1 0 0,-1 0 0,0 1 0,0 0 0,0 0 0,-1 1 0,1 1 0,-1 0 0,2 1 0,1 1 0,0 1 0,0 1 0,1 0 0,0 0 0,0 1 0,1-1 0,0 1 0,1-1 0,0 0 0,0 1 0,0-1 0,0 0 0,0 1 0,1-2 0,2-1 0,-1-2 0,0-2 0,-1-2 0,0-1 0,-1 1 0,-2-1 0,-1 2 0,0 1 0,-1 3 0,1 0 0,0 3 0,2-1 0,1 1 0,1-1 0,3 0 0,0-2 0,1 0 0,0-1 0,-1 0 0,1 0 0,-1 0 0,0 1 0,-1 1 0,-1-1 0,2 0 0,-2 1 0,1 0 0,1 0 0,0-1 0,0 1 0,-2 0 0,1 0 0,1 0 0,-1 0 0,1 0 0,-1-1 0,1 0 0,0 0 0,-1 0 0,1 0 0,0-1 0,1-1 0,0 1 0,0-1 0,0 0 0,0 1 0,-1 0 0,0 0 0,1 0 0,-1-1 0,0 2 0,0-1 0,0 0 0,1 1 0,-1 0 0,1-1 0,-1 1 0,1 0 0,-2 1 0,0-1 0,1 0 0,-1 0 0,0 0 0,0 0 0,0 1 0,0-2 0,0 2 0,1-2 0,0 2 0,-1 0 0,0 0 0,1-1 0,0 0 0,1-1 0,0 0 0,-1 0 0,-1 1 0,0 0 0,1 0 0,0-1 0,-1 1 0,0 0 0,1-1 0,1 0 0,-1 0 0,1-1 0,-1-1 0,1 0 0,-2-1 0,0 0 0,0-1 0,-1 0 0,0 0 0,0-1 0,-1 0 0,0 0 0,0-1 0,-1 0 0,0 0 0,0 0 0,0-1 0,0 1 0,0 0 0,0-1 0,0 1 0,0 0 0,-1 0 0,0 1 0,-2 1 0,1 0 0,1-1 0,-2 0 0,1 0 0,0 0 0,-2 1 0,1 1 0,-2 1 0,0 0 0,0 1 0,0 0 0,-1 0 0,1 0 0,0-1 0,1 1 0,1-3 0,0 2 0,-1-1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41.43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7297.57813"/>
      <inkml:brushProperty name="anchorY" value="-30580.89063"/>
      <inkml:brushProperty name="scaleFactor" value="0.5"/>
    </inkml:brush>
  </inkml:definitions>
  <inkml:trace contextRef="#ctx0" brushRef="#br0">0 1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42.80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8313.57813"/>
      <inkml:brushProperty name="anchorY" value="-31596.89063"/>
      <inkml:brushProperty name="scaleFactor" value="0.5"/>
    </inkml:brush>
  </inkml:definitions>
  <inkml:trace contextRef="#ctx0" brushRef="#br0">1 0 24575,'0'0'0,"0"1"0,3 0 0,0 0 0,1 1 0,0 1 0,0 0 0,-1 0 0,1 0 0,-1-1 0,1 0 0,-2 1 0,1 0 0,0-1 0,1 1 0,-1 0 0,-1 0 0,1 1 0,1-1 0,-1 1 0,2 0 0,-1-2 0,0 1 0,1-1 0,-1 1 0,0 0 0,1 0 0,0-1 0,1 1 0,1-1 0,-1 0 0,-1 0 0,0 0 0,0-1 0,-2 1 0,1 0 0,0-1 0,0 0 0,-1 1 0,1-1 0,-1 2 0,0-1 0,1-1 0,-1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43.93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9493.92578"/>
      <inkml:brushProperty name="anchorY" value="-32712.36523"/>
      <inkml:brushProperty name="scaleFactor" value="0.5"/>
    </inkml:brush>
  </inkml:definitions>
  <inkml:trace contextRef="#ctx0" brushRef="#br0">1 1 24575,'0'0'0,"0"0"0,3 0 0,-1 1 0,1 0 0,0 1 0,0 0 0,0 0 0,1 0 0,-1 0 0,0 1 0,0-1 0,1 1 0,0 0 0,-1 1 0,1 0 0,-1-1 0,-1 1 0,1 0 0,0-2 0,0 1 0,1-1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2:46.52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0573.02539"/>
      <inkml:brushProperty name="anchorY" value="-33778.20703"/>
      <inkml:brushProperty name="scaleFactor" value="0.5"/>
    </inkml:brush>
  </inkml:definitions>
  <inkml:trace contextRef="#ctx0" brushRef="#br0">17 1 24575,'0'0'0,"0"0"0,2 1 0,-1 1 0,0 1 0,-1 1 0,1 1 0,-2-1 0,0 0 0,0 1 0,-1-2 0,0 1 0,-1 0 0,1 0 0,0 1 0,0-1 0,0 0 0,0 0 0,1 0 0,1 1 0,-1 0 0,1 0 0,0 0 0,0 1 0,0-1 0,1 0 0,-1 1 0,1-2 0,0-2 0,0-2 0,0-1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15.66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7142.20703"/>
      <inkml:brushProperty name="anchorY" value="-30246.07227"/>
      <inkml:brushProperty name="scaleFactor" value="0.5"/>
    </inkml:brush>
  </inkml:definitions>
  <inkml:trace contextRef="#ctx0" brushRef="#br0">1 0 24575,'127'413'0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32.23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8337.24609"/>
      <inkml:brushProperty name="anchorY" value="-42930"/>
      <inkml:brushProperty name="scaleFactor" value="0.5"/>
    </inkml:brush>
  </inkml:definitions>
  <inkml:trace contextRef="#ctx0" brushRef="#br0">1 106 24575,'0'0'0,"0"1"0,0 1 0,0 1 0,0 1 0,0 1 0,0 0 0,0 1 0,1-1 0,1 0 0,0-1 0,0 0 0,0 1 0,0-2 0,0 1 0,-1 0 0,1 1 0,0-1 0,-1 1 0,1-1 0,0 0 0,-1 1 0,1-1 0,-2 1 0,1 0 0,0-1 0,0 0 0,0 0 0,1-1 0,-1 1 0,1 0 0,-1 0 0,0 1 0,-1 0 0,1-1 0,0 0 0,0 0 0,0 0 0,1 0 0,-1 0 0,1 0 0,0-1 0,-1 1 0,1 0 0,-1 0 0,1 1 0,0-2 0,2 0 0,0-1 0,0 0 0,2-2 0,-1-1 0,-1-1 0,1 0 0,-1 0 0,-1-1 0,1 1 0,0-1 0,0-1 0,0 0 0,-1 1 0,1-1 0,1 1 0,-2 0 0,0-1 0,-1 0 0,0 0 0,-1 2 0,-2 0 0,-1 1 0,-1 1 0,0 1 0,-1 0 0,0 1 0,1 1 0,0 0 0,0 0 0,-1 1 0,1 0 0,-1 0 0,1 0 0,0-1 0,0 1 0,1-1 0,0 0 0,0 1 0,1-1 0,-1 1 0,0-1 0,0 0 0,1-1 0,1-1 0,1-1 0,0-2 0,1 0 0,1 0 0,1 0 0,1-1 0,0 0 0,0 0 0,0 0 0,1 1 0,-1-1 0,1 0 0,-1 0 0,0 1 0,1 0 0,-1 1 0,0 1 0,1 0 0,-1 0 0,-1-1 0,0 0 0,0-1 0,-1 0 0,-1-1 0,0 0 0,-1-1 0,0-1 0,-1 0 0,0 0 0,0-1 0,0 1 0,-1 0 0,0 1 0,0 0 0,0-1 0,-1 2 0,0-1 0,0 1 0,0 0 0,-1 0 0,1 0 0,0 0 0,1-1 0,-1 1 0,0-1 0,0 0 0,0 0 0,0-1 0,0 0 0,0 0 0,0 0 0,-1 1 0,2 0 0,-1-1 0,1 1 0,-1-1 0,1 0 0,-1 0 0,0-1 0,0 2 0,0 0 0,0-1 0,1 1 0,0-1 0,0 0 0,1 0 0,-1 1 0,0 0 0,-1 0 0,0-1 0,1 1 0,-2 0 0,1 0 0,1 0 0,-1-1 0,-1 1 0,0-1 0,1 0 0,-1-1 0,1 1 0,0 1 0,-1-1 0,2 1 0,-2 1 0,0 0 0,1 2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35.94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0473.01953"/>
      <inkml:brushProperty name="anchorY" value="-44979.83594"/>
      <inkml:brushProperty name="scaleFactor" value="0.5"/>
    </inkml:brush>
  </inkml:definitions>
  <inkml:trace contextRef="#ctx0" brushRef="#br0">1 1 24575,'0'0'0,"0"0"0,0 3 0,0 0 0,0 2 0,1 0 0,0 0 0,0 0 0,1-1 0,-1 1 0,1-1 0,0 0 0,0 1 0,0 0 0,1 0 0,-2 0 0,1 0 0,0 0 0,-1-1 0,0 0 0,1 1 0,1-1 0,-1 1 0,1 0 0,-2 0 0,1 1 0,0-1 0,0 0 0,0 1 0,0-1 0,-1 0 0,1 0 0,-1-3 0,1-1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48.17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7046.68359"/>
      <inkml:brushProperty name="anchorY" value="-51878.15234"/>
      <inkml:brushProperty name="scaleFactor" value="0.5"/>
    </inkml:brush>
  </inkml:definitions>
  <inkml:trace contextRef="#ctx0" brushRef="#br0">1 0 24575,'0'0'0,"0"1"0,0 1 0,0 2 0,0 0 0,0 2 0,0 1 0,0 1 0,1 2 0,0 1 0,1 0 0,0 1 0,-1 1 0,2 0 0,-1 0 0,0 0 0,1 2 0,-2-1 0,2 1 0,0 0 0,-1-1 0,2 1 0,-2-1 0,0 1 0,1 0 0,0-1 0,-1 1 0,1-1 0,0 0 0,0 1 0,0 1 0,0-1 0,0 1 0,1-1 0,0 1 0,-1-1 0,1-1 0,0 1 0,-2-3 0,0-1 0,0-1 0,0-2 0,-1 0 0,1-2 0,0 0 0,0-1 0,0 0 0,0 0 0,-1 0 0,0-2 0,-1-2 0,0-3 0,-1-4 0,0-1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54.76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9482.54688"/>
      <inkml:brushProperty name="anchorY" value="-43683.08984"/>
      <inkml:brushProperty name="scaleFactor" value="0.5"/>
    </inkml:brush>
  </inkml:definitions>
  <inkml:trace contextRef="#ctx0" brushRef="#br0">0 1 24575,'180'550'0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56.453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0548.78125"/>
      <inkml:brushProperty name="anchorY" value="-56160.22656"/>
      <inkml:brushProperty name="scaleFactor" value="0.5"/>
    </inkml:brush>
  </inkml:definitions>
  <inkml:trace contextRef="#ctx0" brushRef="#br0">0 1 24575,'0'0'0,"0"0"0,0 3 0,0 0 0,0 2 0,0 2 0,0 0 0,0 1 0,1-1 0,0-1 0,1 2 0,0-1 0,0 1 0,-1-1 0,1 1 0,1 1 0,-1 0 0,2-2 0,-2 0 0,1 0 0,0 0 0,-1-1 0,-1 0 0,1 0 0,-1 0 0,2-1 0,-1 0 0,-1 2 0,1-1 0,-2 0 0,1 0 0,0-1 0,0 0 0,0-1 0,1 0 0,0-1 0,-1 1 0,0 0 0,1 0 0,-1-1 0,1 1 0,-1 1 0,-1-1 0,0 1 0,1 0 0,0 0 0,0-2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21.12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9037.21484"/>
      <inkml:brushProperty name="anchorY" value="-53431.07422"/>
      <inkml:brushProperty name="scaleFactor" value="0.5"/>
    </inkml:brush>
  </inkml:definitions>
  <inkml:trace contextRef="#ctx0" brushRef="#br0">0 1 24575,'164'476'0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16.321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9157.35547"/>
      <inkml:brushProperty name="anchorY" value="-64483.50781"/>
      <inkml:brushProperty name="scaleFactor" value="0.5"/>
    </inkml:brush>
  </inkml:definitions>
  <inkml:trace contextRef="#ctx0" brushRef="#br0">1 0 24575,'0'0'0,"0"1"0,1 0 0,0 2 0,0 0 0,1-1 0,-1 2 0,2-1 0,-1 0 0,0 1 0,-1 0 0,1 0 0,1 0 0,-1 0 0,1 0 0,0-1 0,-1 1 0,-1 0 0,1 0 0,1 0 0,-1 0 0,0 0 0,0 0 0,0 0 0,-1 0 0,1 0 0,0-1 0,-1 1 0,1 0 0,-1 0 0,-1 1 0,1 0 0,0-1 0,0 0 0,0 0 0,1-1 0,0 1 0,-1 1 0,0 0 0,1 1 0,-1-1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10.62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9545.28516"/>
      <inkml:brushProperty name="anchorY" value="-32873.60547"/>
      <inkml:brushProperty name="scaleFactor" value="0.5"/>
    </inkml:brush>
  </inkml:definitions>
  <inkml:trace contextRef="#ctx0" brushRef="#br0">0 0 24575,'0'0'0,"1"0"0,0 3 0,1-1 0,1 0 0,0 1 0,0 1 0,-1 0 0,2 1 0,-1 0 0,0 0 0,0 0 0,0 0 0,0 0 0,0 1 0,0-1 0,-1 0 0,1 2 0,1-2 0,-1 0 0,0 0 0,0 0 0,0 0 0,0 1 0,-1-1 0,0 0 0,0-1 0,-1 0 0,2-1 0,-1 1 0,0-1 0,1 1 0,-2 1 0,1 0 0,0-1 0,-1 0 0,0 0 0,1-1 0,0 1 0,-1 0 0,1 0 0,0 1 0,0 0 0,-1 0 0,0 0 0,1 0 0,0 1 0,0-1 0,0 0 0,-1 1 0,0-1 0,0 0 0,1 1 0,0-1 0,0 0 0,0 0 0,1 1 0,-1-1 0,-1 0 0,1 1 0,-1-1 0,2 1 0,-1 1 0,0 0 0,1 0 0,-1 1 0,-1 0 0,1-1 0,-1 0 0,2-2 0,-1 1 0,-1-1 0,2 1 0,-2-1 0,2 0 0,-1-3 0,0-2 0,-1-3 0,-1-2 0,-1-2 0,-1-2 0,0-1 0,0 0 0,0 0 0,0 0 0,-1 1 0,0 1 0,0 0 0,1 1 0,-1 1 0,0 0 0,-1 1 0,1-1 0,0 1 0,1 0 0,0 0 0,-1-1 0,1-1 0,-1 1 0,0 0 0,1 0 0,0 0 0,0 0 0,0-1 0,0 1 0,0-1 0,0 1 0,0-1 0,-1-1 0,0 0 0,0-1 0,-1 0 0,2 1 0,-2-1 0,1 2 0,0 0 0,0 0 0,1 1 0,-1 1 0,1 0 0,0 1 0,-1 1 0,1 0 0,0 0 0,-1 0 0,2 2 0,-1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11.70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0605.35742"/>
      <inkml:brushProperty name="anchorY" value="-33940.29688"/>
      <inkml:brushProperty name="scaleFactor" value="0.5"/>
    </inkml:brush>
  </inkml:definitions>
  <inkml:trace contextRef="#ctx0" brushRef="#br0">0 22 24575,'0'0'0,"1"0"0,0-1 0,1 0 0,1-2 0,1 1 0,0 0 0,0-1 0,0 1 0,-1 0 0,1 0 0,0 0 0,0 1 0,1 1 0,0 0 0,-1 2 0,0 2 0,0 1 0,0 3 0,-2 0 0,0 2 0,-1-1 0,0-1 0,-1 0 0,0 0 0,0 0 0,1-1 0,0 3 0,0 0 0,0 0 0,0 2 0,0 1 0,2 1 0,-1 1 0,-1 1 0,2 0 0,-1-2 0,0-1 0,1 0 0,0-2 0,1 0 0,-2-1 0,2-3 0,-1 1 0,0-1 0,0-1 0,-2 0 0,1 0 0,0-1 0,0-1 0,0 0 0,0-1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12.24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1746.27539"/>
      <inkml:brushProperty name="anchorY" value="-35264.76172"/>
      <inkml:brushProperty name="scaleFactor" value="0.5"/>
    </inkml:brush>
  </inkml:definitions>
  <inkml:trace contextRef="#ctx0" brushRef="#br0">0 0 24575,'0'0'0,"1"2"0,1 0 0,1 3 0,0 1 0,0 2 0,2 1 0,-1 2 0,1 0 0,1 0 0,-1 1 0,-1-2 0,0 0 0,-2-2 0,-1-1 0,1-2 0,-1-2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13.27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2813.05078"/>
      <inkml:brushProperty name="anchorY" value="-36400.73047"/>
      <inkml:brushProperty name="scaleFactor" value="0.5"/>
    </inkml:brush>
  </inkml:definitions>
  <inkml:trace contextRef="#ctx0" brushRef="#br0">0 1 24575,'0'0'0,"0"0"0,0 3 0,1 1 0,0 2 0,1 1 0,0 0 0,1 1 0,-1 1 0,1 0 0,0 1 0,0 1 0,-1-1 0,0 1 0,1 1 0,-1-2 0,0 2 0,1 1 0,0-1 0,0 2 0,1 0 0,-1 0 0,1 0 0,-1-1 0,-1 0 0,1 0 0,-1-1 0,0-1 0,1-1 0,0-1 0,-1 0 0,0-1 0,-1-1 0,0 0 0,1-1 0,-1 0 0,1-2 0,-1 0 0,1 0 0,0 0 0,0-1 0,-1 1 0,0 0 0,0 0 0,0 1 0,2 0 0,-1 1 0,0-1 0,-1 0 0,0 1 0,0-3 0,-1-2 0,0-3 0,-1-2 0,0-1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24.35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5079.10156"/>
      <inkml:brushProperty name="anchorY" value="-39215.87109"/>
      <inkml:brushProperty name="scaleFactor" value="0.5"/>
    </inkml:brush>
  </inkml:definitions>
  <inkml:trace contextRef="#ctx0" brushRef="#br0">1 0 24575,'0'0'0,"0"1"0,0 1 0,0 2 0,0 1 0,0 3 0,0 0 0,0 1 0,0-1 0,1 0 0,1 0 0,0 1 0,0-2 0,-1 0 0,2 1 0,-2 0 0,2 0 0,-1-1 0,0 0 0,0-1 0,0-1 0,0 1 0,0-1 0,0 0 0,0 0 0,0 0 0,1 1 0,-1-1 0,0 0 0,-1 0 0,0 1 0,0-1 0,0 0 0,2 1 0,0 0 0,-1 1 0,1 1 0,-1-1 0,1 0 0,-1 0 0,2 0 0,-2 0 0,1-1 0,-2 0 0,1-1 0,0-1 0,0 0 0,0 1 0,1-2 0,-1 1 0,0 0 0,1 0 0,-1 2 0,0-1 0,0 0 0,1 1 0,-1 0 0,0 0 0,1-1 0,-2 0 0,2 0 0,-1-1 0,0 1 0,0-1 0,0 1 0,1-1 0,-1 0 0,-1 1 0,2-2 0,-1 1 0,0 0 0,0 0 0,1 1 0,-1 0 0,1 0 0,0 0 0,-1 0 0,0 0 0,0-2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25.081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6245.36328"/>
      <inkml:brushProperty name="anchorY" value="-40662.75781"/>
      <inkml:brushProperty name="scaleFactor" value="0.5"/>
    </inkml:brush>
  </inkml:definitions>
  <inkml:trace contextRef="#ctx0" brushRef="#br0">1 0 24575,'0'0'0,"0"2"0,0 2 0,1 1 0,1 2 0,0 2 0,0-1 0,1 1 0,-1-2 0,0 0 0,0-1 0,0 0 0,-1-1 0,0 1 0,0-1 0,0 0 0,1 0 0,-1 0 0,0 0 0,1 1 0,0-1 0,-1 0 0,0 0 0,1-1 0,-1-1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39.57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1540.26172"/>
      <inkml:brushProperty name="anchorY" value="-46141.04297"/>
      <inkml:brushProperty name="scaleFactor" value="0.5"/>
    </inkml:brush>
  </inkml:definitions>
  <inkml:trace contextRef="#ctx0" brushRef="#br0">1 57 24575,'0'0'0,"1"0"0,1 0 0,0-1 0,1 0 0,1 0 0,-1-1 0,0-1 0,0 1 0,-1-1 0,1 0 0,-1 0 0,1-1 0,0 1 0,1 1 0,0 0 0,1 1 0,0 0 0,1 1 0,-1 0 0,0-1 0,-2-1 0,0 0 0,-1-1 0,1 1 0,-1-2 0,1 2 0,-1-1 0,1 0 0,0 1 0,1 1 0,0 1 0,-2 2 0,0 1 0,1 0 0,-2 1 0,1 0 0,-2 1 0,1 0 0,-1 0 0,0 0 0,0 1 0,0-1 0,0 0 0,0 1 0,0-1 0,0 0 0,1 1 0,0-1 0,1-1 0,0 0 0,0 1 0,0-2 0,0 0 0,0 1 0,-1 0 0,0 1 0,-1 0 0,0 0 0,1-1 0,0 0 0,0 1 0,0-1 0,1 0 0,-1 0 0,0 0 0,0 0 0,0 1 0,-1-2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40.91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2693.90234"/>
      <inkml:brushProperty name="anchorY" value="-47262.08203"/>
      <inkml:brushProperty name="scaleFactor" value="0.5"/>
    </inkml:brush>
  </inkml:definitions>
  <inkml:trace contextRef="#ctx0" brushRef="#br0">0 0 24575,'0'0'0,"0"1"0,0 1 0,0 1 0,0 2 0,0 0 0,0 3 0,0-1 0,0 1 0,0 1 0,0 0 0,1 1 0,1 1 0,1-1 0,0 1 0,-1 0 0,2 0 0,-1 1 0,0 1 0,1 1 0,-1 0 0,-1-1 0,-1 1 0,0-1 0,0-1 0,0 1 0,0-1 0,0-2 0,1 1 0,-1-2 0,1 0 0,0-2 0,-1 1 0,1-2 0,0-1 0,0 0 0,-1-1 0,0 1 0,0 0 0,-1-3 0,0 0 0,-3-3 0,1-1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42.124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3757.75"/>
      <inkml:brushProperty name="anchorY" value="-48613.82031"/>
      <inkml:brushProperty name="scaleFactor" value="0.5"/>
    </inkml:brush>
  </inkml:definitions>
  <inkml:trace contextRef="#ctx0" brushRef="#br0">1 0 24575,'0'0'0,"0"1"0,0 1 0,0 1 0,0 2 0,0-1 0,0 3 0,0 0 0,1 2 0,0 0 0,1 0 0,0 0 0,0 1 0,0-1 0,0-1 0,1 1 0,0-1 0,0 0 0,2 2 0,-2-1 0,1 0 0,-2 0 0,1-1 0,-2-1 0,2-1 0,0 0 0,0-1 0,-1 0 0,1 1 0,-1-1 0,0 0 0,1 1 0,-1 2 0,1-1 0,-1 0 0,-1 0 0,1-1 0,-1 0 0,2 0 0,-2-3 0,1-1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3:43.709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4850.92188"/>
      <inkml:brushProperty name="anchorY" value="-49895.06641"/>
      <inkml:brushProperty name="scaleFactor" value="0.5"/>
    </inkml:brush>
  </inkml:definitions>
  <inkml:trace contextRef="#ctx0" brushRef="#br0">1 1 24575,'0'0'0,"0"0"0,0 3 0,0 0 0,0 1 0,1 2 0,1 0 0,0 1 0,0-1 0,1 0 0,-1 0 0,1 0 0,-1-1 0,1 1 0,-1-1 0,0 0 0,-1 0 0,0 1 0,1-2 0,0 1 0,0 0 0,0 1 0,-1-1 0,0 1 0,1-2 0,-1 1 0,0-1 0,1-1 0,0 1 0,-1 0 0,0 0 0,1-1 0,0 1 0,-1 0 0,0 0 0,0 1 0,1 0 0,0 0 0,0 1 0,0-1 0,-1 0 0,0 1 0,0-2 0,1 0 0,-1 0 0,1 0 0,-1-1 0,1 1 0,0 0 0,0 1 0,-1 0 0,0 0 0,0 0 0,0-1 0,1 1 0,0-1 0,0 0 0,-1 1 0,1 0 0,-1-1 0,1 0 0,-1 0 0,1 1 0,1-1 0,-1 2 0,1 1 0,-2-1 0,0 0 0,1-1 0,-1 0 0,1-1 0,0 1 0,0-1 0,0 1 0,0 0 0,0 0 0,-1 1 0,-1-1 0,2-1 0,-1 0 0,0-1 0,-1-4 0,-1-2 0,1-1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05.92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4900.72656"/>
      <inkml:brushProperty name="anchorY" value="-60582.21875"/>
      <inkml:brushProperty name="scaleFactor" value="0.5"/>
    </inkml:brush>
  </inkml:definitions>
  <inkml:trace contextRef="#ctx0" brushRef="#br0">1 120 24575,'0'0'0,"0"-1"0,3 0 0,-1-1 0,1 0 0,0-1 0,0 1 0,-1-1 0,2 0 0,-1 1 0,0 0 0,1 0 0,-1-1 0,2 1 0,-1 1 0,0-2 0,0 1 0,1 1 0,-2-1 0,1 0 0,-1 1 0,2 0 0,-2-1 0,1 1 0,-1-2 0,0 1 0,1 1 0,-1-2 0,0 1 0,1 1 0,0 0 0,1 0 0,-1 0 0,0 0 0,-1-2 0,-1 0 0,0 0 0,-1-2 0,-1 0 0,0 0 0,0 0 0,0-1 0,-1 2 0,-1-1 0,0 1 0,-1 1 0,0-1 0,0 1 0,0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07.18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6021.96875"/>
      <inkml:brushProperty name="anchorY" value="-61478.30859"/>
      <inkml:brushProperty name="scaleFactor" value="0.5"/>
    </inkml:brush>
  </inkml:definitions>
  <inkml:trace contextRef="#ctx0" brushRef="#br0">0 0 24575,'0'0'0,"0"1"0,0 1 0,0 2 0,0 0 0,1 0 0,0 0 0,1 0 0,-1 1 0,1-1 0,1 0 0,-1 1 0,0-1 0,0-1 0,0 1 0,0 0 0,-1-2 0,-1-2 0,1-2 0,-2-1 0,0-1 0,0-1 0,-1 0 0,0-1 0,-1 1 0,1 1 0,0-1 0,1 1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10.89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7043.46875"/>
      <inkml:brushProperty name="anchorY" value="-62505.08984"/>
      <inkml:brushProperty name="scaleFactor" value="0.5"/>
    </inkml:brush>
  </inkml:definitions>
  <inkml:trace contextRef="#ctx0" brushRef="#br0">16 85 24575,'0'0'0,"-1"-1"0,0-1 0,0-1 0,0-1 0,0 0 0,-2 0 0,1 0 0,0-1 0,0 0 0,1 0 0,0 0 0,1 0 0,1 0 0,1 2 0,2 1 0,0 1 0,1 0 0,0 1 0,0 0 0,1 0 0,-2-1 0,1 1 0,-1-1 0,1 0 0,-2-1 0,1 1 0,-1-2 0,0 1 0,1 1 0,0-1 0,-1 0 0,1 1 0,-1-2 0,-2 1 0,-2 1 0,-1 0 0,-2 0 0,2 0 0,1 1 0,2 0 0,1 0 0,2 0 0,1 0 0,-1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12.84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8131.21875"/>
      <inkml:brushProperty name="anchorY" value="-63436.32031"/>
      <inkml:brushProperty name="scaleFactor" value="0.5"/>
    </inkml:brush>
  </inkml:definitions>
  <inkml:trace contextRef="#ctx0" brushRef="#br0">0 0 24575,'0'0'0,"0"1"0,0 1 0,0 2 0,0 0 0,0 0 0,1 1 0,1-1 0,0-1 0,1 0 0,0-2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26.483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2474.14453"/>
      <inkml:brushProperty name="anchorY" value="-68270.72656"/>
      <inkml:brushProperty name="scaleFactor" value="0.5"/>
    </inkml:brush>
  </inkml:definitions>
  <inkml:trace contextRef="#ctx0" brushRef="#br0">0 84 24575,'0'0'0,"0"-1"0,0-1 0,0-1 0,0-1 0,0-1 0,1 1 0,1 1 0,0-1 0,0 1 0,1 0 0,0 1 0,0-1 0,0 1 0,1 1 0,0-2 0,1 2 0,0-1 0,0 0 0,1 1 0,-1-1 0,-1 0 0,1 0 0,-1 1 0,-1-1 0,1 0 0,0 1 0,-1-1 0,0-1 0,1 0 0,-1 0 0,1 0 0,-1 0 0,-1 0 0,-1 1 0,0 1 0,-1 3 0,0 1 0,0 1 0,0 1 0,0 1 0,1-2 0,0 1 0,0-1 0,0 1 0,0-1 0,1 0 0,0 0 0,0 0 0,0 1 0,-1-1 0,0 2 0,0-1 0,0-1 0,0 0 0,0 1 0,1-2 0,0 1 0,-1-1 0,0 2 0,0-1 0,-1 1 0,0 0 0,0 0 0,0 1 0,1-2 0,0 0 0,0 0 0,1 0 0,0-1 0,0 1 0,0 0 0,0 1 0,-1 0 0,0 0 0,0 0 0,0-1 0,0 1 0,1-1 0,-1 1 0,1-1 0,0 1 0,0 0 0,0 0 0,1 1 0,0-1 0,0 0 0,-1 1 0,1-2 0,-1 0 0,-1 1 0,1 0 0,0 0 0,-1-1 0,0 1 0,0 0 0,-1 0 0,1-1 0,1 0 0,-1 1 0,0-2 0,1 1 0,0-1 0,-1 2 0,0-2 0,1 1 0,-1 0 0,0 0 0,0 1 0,-1 0 0,0 0 0,0 0 0,0 1 0,0-1 0,0 0 0,1 0 0,0-1 0,0 0 0,0 1 0,1 0 0,-1 1 0,1 0 0,-1 0 0,0 0 0,1 0 0,0-1 0,0-1 0,0 0 0,-1 1 0,1-2 0,-1 1 0,1 0 0,-1 0 0,-1 1 0,1 0 0,0-1 0,0 0 0,0 0 0,1 0 0,-1-1 0,1 1 0,-1 0 0,0 1 0,0-1 0,0 0 0,2 0 0,-1 0 0,-1 1 0,0-2 0,0-2 0,-2-4 0,-1-2 0,-3-3 0,0-1 0,-1-3 0,-1 0 0,1 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27.77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3700.60547"/>
      <inkml:brushProperty name="anchorY" value="-69649.08594"/>
      <inkml:brushProperty name="scaleFactor" value="0.5"/>
    </inkml:brush>
  </inkml:definitions>
  <inkml:trace contextRef="#ctx0" brushRef="#br0">0 1 24575,'0'0'0,"0"0"0,0 3 0,0 0 0,0 2 0,0 1 0,1 1 0,1 2 0,2-1 0,-1 1 0,-1 0 0,0 0 0,1 0 0,-2 0 0,2-2 0,-1 1 0,1-1 0,0 0 0,0 0 0,-1 0 0,1 2 0,-1-1 0,1 1 0,-1 0 0,1 0 0,0-1 0,0 0 0,1 1 0,-2 0 0,2-1 0,-2 1 0,0 0 0,0-1 0,0-1 0,0 0 0,0 0 0,-1-1 0,2 2 0,-1-2 0,0 1 0,-1 0 0,0 0 0,-1 0 0,1 1 0,0-1 0,0-1 0,0 1 0,1-2 0,-1 0 0,2 0 0,-1-1 0,-1 0 0,1 1 0,-2-3 0,0-3 0,-2-2 0,-1-2 0,0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28.741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4808.01172"/>
      <inkml:brushProperty name="anchorY" value="-71019.24219"/>
      <inkml:brushProperty name="scaleFactor" value="0.5"/>
    </inkml:brush>
  </inkml:definitions>
  <inkml:trace contextRef="#ctx0" brushRef="#br0">1 1 24575,'0'0'0,"0"2"0,1 2 0,0 2 0,1 0 0,0 1 0,1-1 0,-1 2 0,0 0 0,-1 1 0,0 0 0,2 2 0,-1 0 0,2 1 0,-2 0 0,2 0 0,-1-1 0,1-1 0,-1 0 0,0-2 0,-1 0 0,1 0 0,-1-1 0,-1 1 0,0-1 0,0-1 0,-1 0 0,1 1 0,0-1 0,1 0 0,0 2 0,1-1 0,-1-1 0,0 2 0,-1 0 0,0 0 0,0-1 0,0 1 0,0-1 0,0 0 0,0 0 0,0-2 0,1-1 0,0 1 0,0-1 0,0 1 0,-1-1 0,1 0 0,0 0 0,-1 0 0,0 1 0,1-2 0,-1 1 0,1 1 0,0 1 0,0-1 0,-1-1 0,0-2 0,-1-5 0,1-3 0,-2-3 0,-1 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30.10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5922.75781"/>
      <inkml:brushProperty name="anchorY" value="-72394.83594"/>
      <inkml:brushProperty name="scaleFactor" value="0.5"/>
    </inkml:brush>
  </inkml:definitions>
  <inkml:trace contextRef="#ctx0" brushRef="#br0">0 0 24575,'0'0'0,"1"1"0,0 2 0,1 0 0,-2 1 0,1 1 0,1-1 0,-1 0 0,0 1 0,1-1 0,0 1 0,0 0 0,0 0 0,0 0 0,-1 1 0,1-1 0,0 0 0,-1 2 0,0-1 0,1 0 0,-1-1 0,0-1 0,0 1 0,0 0 0,0-1 0,0 0 0,1 0 0,0 0 0,-1 1 0,1 0 0,0-1 0,0 0 0,-1 0 0,0 1 0,0 0 0,-1-1 0,0 2 0,1-2 0,0 0 0,0 0 0,1 1 0,0-1 0,-1 1 0,0 0 0,0 1 0,1-1 0,-1 0 0,1-1 0,0 1 0,1-2 0,-1 0 0,0 1 0,-1 0 0,0 0 0,1 1 0,0 0 0,0 0 0,0 1 0,1-2 0,-1 0 0,-1-2 0,-1-1 0,-1-3 0,-1-2 0,-1 0 0,1-2 0,-2 0 0,2 1 0,-1-2 0,0 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34.08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8045.79688"/>
      <inkml:brushProperty name="anchorY" value="-74877.89844"/>
      <inkml:brushProperty name="scaleFactor" value="0.5"/>
    </inkml:brush>
  </inkml:definitions>
  <inkml:trace contextRef="#ctx0" brushRef="#br0">3 1 24575,'0'0'0,"0"0"0,-1 2 0,0-1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36.30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8115.22656"/>
      <inkml:brushProperty name="anchorY" value="-74831.42969"/>
      <inkml:brushProperty name="scaleFactor" value="0.5"/>
    </inkml:brush>
  </inkml:definitions>
  <inkml:trace contextRef="#ctx0" brushRef="#br0">6 1 24575,'0'0'0,"0"0"0,0 3 0,0 0 0,-1 0 0,0 1 0,-1 0 0,2 0 0,-1 1 0,0 0 0,2-1 0,1 0 0,2-2 0,0-1 0,-1-1 0,2-1 0,-1 0 0,0-2 0,-2 0 0,1 1 0,0-1 0,0 0 0,0 1 0,0 0 0,0-2 0,-1 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37.18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9174.9375"/>
      <inkml:brushProperty name="anchorY" value="-75863.19531"/>
      <inkml:brushProperty name="scaleFactor" value="0.5"/>
    </inkml:brush>
  </inkml:definitions>
  <inkml:trace contextRef="#ctx0" brushRef="#br0">2 43 24575,'0'0'0,"-1"0"0,1 0 0,1 0 0,1 0 0,1-1 0,1-1 0,0-1 0,0 1 0,0 0 0,1 0 0,-1-1 0,1 1 0,-1-1 0,-1-1 0,0 0 0,-3-1 0,-1 0 0,0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38.669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0233.84375"/>
      <inkml:brushProperty name="anchorY" value="-76837.03906"/>
      <inkml:brushProperty name="scaleFactor" value="0.5"/>
    </inkml:brush>
  </inkml:definitions>
  <inkml:trace contextRef="#ctx0" brushRef="#br0">0 0 24575,'0'0'0,"0"1"0,0 1 0,0 2 0,0 0 0,0 1 0,1-1 0,0 0 0,0 0 0,0 1 0,0 0 0,0-1 0,1 0 0,-1 0 0,0 0 0,1 0 0,-1 0 0,0 0 0,0 0 0,0 1 0,0-1 0,1 0 0,0-1 0,0 0 0,-1 1 0,1 0 0,-2 0 0,2 0 0,-1 0 0,0 0 0,1 0 0,0-1 0,-1 1 0,0 1 0,1-2 0,0 1 0,-1 0 0,0 0 0,-1 1 0,1-2 0,-1-2 0,0-3 0,0 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39.941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1292.4375"/>
      <inkml:brushProperty name="anchorY" value="-78002.38281"/>
      <inkml:brushProperty name="scaleFactor" value="0.5"/>
    </inkml:brush>
  </inkml:definitions>
  <inkml:trace contextRef="#ctx0" brushRef="#br0">0 0 24575,'0'0'0,"0"1"0,0 1 0,1 1 0,0 0 0,1 0 0,0 2 0,0-1 0,-1 1 0,0 1 0,1-2 0,-1 0 0,1 1 0,0-1 0,0 1 0,-1 0 0,1 0 0,1-1 0,-1 0 0,0 0 0,0 1 0,0-1 0,-1-1 0,1 1 0,0 0 0,-1-1 0,1 1 0,-1 0 0,0 0 0,1 0 0,-1-2 0,0-1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52.89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2355.23438"/>
      <inkml:brushProperty name="anchorY" value="-79135.89063"/>
      <inkml:brushProperty name="scaleFactor" value="0.5"/>
    </inkml:brush>
  </inkml:definitions>
  <inkml:trace contextRef="#ctx0" brushRef="#br0">84 1 24575,'0'0'0,"-1"0"0,-1 0 0,-2 0 0,0 0 0,1 1 0,-1 0 0,0 1 0,1 0 0,-1 0 0,0-1 0,0 1 0,2 1 0,-1-1 0,-1 0 0,2 1 0,-2 0 0,1 0 0,0 0 0,-1 0 0,1 0 0,0-1 0,1 1 0,-1 0 0,0 0 0,2 0 0,-2 0 0,1 0 0,1 1 0,1-1 0,1 0 0,2-1 0,1-1 0,1-1 0,0 1 0,1 0 0,-1 0 0,2 0 0,-1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53.993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1298"/>
      <inkml:brushProperty name="anchorY" value="-78193.67969"/>
      <inkml:brushProperty name="scaleFactor" value="0.5"/>
    </inkml:brush>
  </inkml:definitions>
  <inkml:trace contextRef="#ctx0" brushRef="#br0">0 1 24575,'0'0'0,"0"0"0,0 3 0,0 0 0,0 1 0,0 1 0,0 0 0,0 0 0,1 0 0,1-1 0,-1 1 0,1-2 0,-1 1 0,2-1 0,0-1 0,1-1 0,1 1 0,-1-1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59.04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3424.88281"/>
      <inkml:brushProperty name="anchorY" value="-80332.5625"/>
      <inkml:brushProperty name="scaleFactor" value="0.5"/>
    </inkml:brush>
  </inkml:definitions>
  <inkml:trace contextRef="#ctx0" brushRef="#br0">1 1 24575,'0'0'0,"0"0"0,3 0 0,0 1 0,1 0 0,0 1 0,-1 1 0,0 0 0,1 0 0,-1 1 0,0-1 0,1 0 0,0-1 0,-1 0 0,1 1 0,0-1 0,1 0 0,-1-1 0,1 0 0,0 0 0,1-1 0,-2 1 0,0 0 0,0 0 0,1 0 0,0-1 0,-1 1 0,2-1 0,-1 0 0,0 0 0,0 0 0,1 0 0,-1 0 0,0 0 0,1 0 0,-1 0 0,0 0 0,0-1 0,-1 0 0,0 0 0,-1-1 0,1 0 0,0 0 0,-1 0 0,-1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4:59.78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4623.53125"/>
      <inkml:brushProperty name="anchorY" value="-81378.49219"/>
      <inkml:brushProperty name="scaleFactor" value="0.5"/>
    </inkml:brush>
  </inkml:definitions>
  <inkml:trace contextRef="#ctx0" brushRef="#br0">0 1 24575,'0'0'0,"1"0"0,1 0 0,2 0 0,0 0 0,1 0 0,0 0 0,0 0 0,0 1 0,-1 0 0,0 0 0,1 0 0,0-1 0,0 1 0,-1-1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5:00.35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5696.92969"/>
      <inkml:brushProperty name="anchorY" value="-82399.89844"/>
      <inkml:brushProperty name="scaleFactor" value="0.5"/>
    </inkml:brush>
  </inkml:definitions>
  <inkml:trace contextRef="#ctx0" brushRef="#br0">0 16 24575,'0'0'0,"0"-1"0,1 0 0,1 0 0,1-1 0,0 0 0,1-1 0,3 1 0,0 0 0,0 1 0,0 0 0,-1 2 0,-1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5:01.904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6764.75"/>
      <inkml:brushProperty name="anchorY" value="-83401.74219"/>
      <inkml:brushProperty name="scaleFactor" value="0.5"/>
    </inkml:brush>
  </inkml:definitions>
  <inkml:trace contextRef="#ctx0" brushRef="#br0">1 6 24575,'0'0'0,"1"0"0,1-1 0,1 0 0,1 0 0,1 0 0,0 0 0,1 1 0,-1-1 0,1 1 0,-2 1 0,0 1 0,1 0 0,-1 0 0,1 0 0,-1-1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5:03.704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7843.67969"/>
      <inkml:brushProperty name="anchorY" value="-84421.72656"/>
      <inkml:brushProperty name="scaleFactor" value="0.5"/>
    </inkml:brush>
  </inkml:definitions>
  <inkml:trace contextRef="#ctx0" brushRef="#br0">0 5 24575,'0'0'0,"1"0"0,1 0 0,0-1 0,1 0 0,1 0 0,0 0 0,1 1 0,-1 0 0,0 2 0,0 1 0,-2 1 0,0 1 0,-2 1 0,1-1 0,-1 1 0,0-1 0,0 1 0,-1-1 0,1 0 0,0 1 0,0-1 0,0 0 0,0 1 0,0-1 0,-1-1 0,0-1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5:04.90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8894.54688"/>
      <inkml:brushProperty name="anchorY" value="-85519.52344"/>
      <inkml:brushProperty name="scaleFactor" value="0.5"/>
    </inkml:brush>
  </inkml:definitions>
  <inkml:trace contextRef="#ctx0" brushRef="#br0">1 1 24575,'0'0'0,"1"0"0,0 1 0,1 0 0,1 0 0,0 1 0,0 1 0,1-1 0,0 2 0,-2-1 0,1 2 0,-1 0 0,0 0 0,-1 0 0,0 0 0,-1 1 0,0-1 0,0 0 0,-1 0 0,0-1 0,-2 0 0,1-1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5:05.65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9936.10156"/>
      <inkml:brushProperty name="anchorY" value="-86610.05469"/>
      <inkml:brushProperty name="scaleFactor" value="0.5"/>
    </inkml:brush>
  </inkml:definitions>
  <inkml:trace contextRef="#ctx0" brushRef="#br0">27 1 24575,'0'0'0,"0"1"0,0 1 0,0 1 0,0 2 0,0-1 0,-1 0 0,-1 1 0,1-1 0,1 1 0,-1 0 0,-1-1 0,0-1 0,-1-1 0,0 0 0,-1-1 0,0 1 0,1-1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1:55:06.92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78894"/>
      <inkml:brushProperty name="anchorY" value="-85646.61719"/>
      <inkml:brushProperty name="scaleFactor" value="0.5"/>
    </inkml:brush>
  </inkml:definitions>
  <inkml:trace contextRef="#ctx0" brushRef="#br0">6 1 24575,'0'0'0,"-1"0"0,-1 0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19.489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0"/>
      <inkml:brushProperty name="anchorY" value="0"/>
      <inkml:brushProperty name="scaleFactor" value="0.5"/>
    </inkml:brush>
  </inkml:definitions>
  <inkml:trace contextRef="#ctx0" brushRef="#br0">1 1 24575,'0'0'0,"0"1"0,1 1 0,1 0 0,2 0 0,1 0 0,2-1 0,1-1 0,-1 1 0,-1 0 0,1 0 0,-1 0 0,1 0 0,-1-1 0,0 1 0,1-1 0,-2 0 0,1 0 0,0 0 0,-1 0 0,0 0 0,0-1 0,1-1 0,-1 1 0,0 0 0,0 1 0,1-1 0,-1 1 0,0 0 0,1 0 0,-1 0 0,0 0 0,0 0 0,1 0 0,-1 0 0,0 0 0,1 0 0,-1 0 0,0 0 0,0 0 0,1 0 0,-1 0 0,0 0 0,1 0 0,-1 0 0,0 0 0,1 0 0,-1 0 0,0 0 0,0 0 0,1 0 0,-1 0 0,0 0 0,1 0 0,-1 0 0,0 0 0,0 0 0,1 0 0,-1 0 0,0 0 0,1 0 0,-1 0 0,0 0 0,0 0 0,1 0 0,-1 0 0,0 0 0,1 0 0,-1 0 0,0 0 0,1 0 0,-1 0 0,0 0 0,-1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23.78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401.55347"/>
      <inkml:brushProperty name="anchorY" value="-1026.58337"/>
      <inkml:brushProperty name="scaleFactor" value="0.5"/>
    </inkml:brush>
  </inkml:definitions>
  <inkml:trace contextRef="#ctx0" brushRef="#br0">4 6 24575,'0'0'0,"-1"0"0,0 1 0,0 1 0,1 0 0,2 0 0,0 0 0,2-1 0,1 0 0,0-1 0,1 0 0,-1 0 0,1 0 0,-1 0 0,1 0 0,-1 0 0,0 1 0,1 0 0,-1 0 0,0 0 0,1-1 0,-1 1 0,0-1 0,0 0 0,1 0 0,-1 0 0,0 0 0,1 0 0,-1 0 0,0 0 0,1 0 0,-1 0 0,0 0 0,0 0 0,1 0 0,-1 0 0,0 0 0,1 0 0,-1 0 0,0 0 0,0 0 0,1 0 0,-1 0 0,-1 1 0,0 0 0,1 0 0,-1 0 0,1 0 0,0-1 0,0 0 0,0 0 0,0 0 0,0 0 0,1 0 0,-1 0 0,0 0 0,1 0 0,-1 0 0,0 0 0,1 0 0,-1 1 0,0 0 0,1 0 0,-1 0 0,0 0 0,-1 0 0,1 1 0,-1-1 0,0 0 0,1-1 0,0 1 0,0-1 0,0 0 0,0 0 0,1 0 0,-1 0 0,0 0 0,1 0 0,-1 0 0,0 0 0,1 0 0,-1 0 0,-1-1 0,0 0 0,0 0 0,0-1 0,-2-1 0,0-1 0,-1 0 0,-1-1 0,0 0 0,-1 0 0,-1 2 0,-1 1 0,-1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54.923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1045.35938"/>
      <inkml:brushProperty name="anchorY" value="-9247.29004"/>
      <inkml:brushProperty name="scaleFactor" value="0.5"/>
    </inkml:brush>
  </inkml:definitions>
  <inkml:trace contextRef="#ctx0" brushRef="#br0">0 9 24575,'0'0'0,"1"0"0,1 0 0,2 0 0,0 0 0,1 0 0,0 0 0,0 0 0,1 0 0,-1 0 0,1 0 0,-1 0 0,0 0 0,1 0 0,-1 0 0,0 0 0,1 0 0,-1 0 0,0 0 0,1 0 0,-1 0 0,0 0 0,0 0 0,1 0 0,-2 1 0,0 0 0,0 0 0,1 0 0,-1 0 0,1-1 0,0 0 0,1 1 0,-1-1 0,0 0 0,0-1 0,1 1 0,-1 0 0,0 0 0,0-1 0,-1 0 0,0 0 0,1 0 0,-1 1 0,1-1 0,0 1 0,-1-1 0,0 0 0,0-1 0,-1 0 0,1 0 0,-1 2 0,-2 0 0,-1 2 0,0 0 0,-1 1 0,-1 1 0,1 0 0,-1 0 0,1 1 0,1 0 0,-2-1 0,-3 0 0,0-2 0,-1-1 0,-2 0 0,1-1 0,0 0 0,1-2 0,1 1 0,0 0 0,1 0 0,-1 0 0,0 1 0,0-1 0,0 1 0,0 0 0,0 0 0,-1 0 0,1 0 0,0 0 0,-1 0 0,1 0 0,0 1 0,-1-1 0,1 0 0,0 0 0,0 0 0,-1 0 0,2-2 0,0 1 0,0 0 0,-1 0 0,1 1 0,-1-1 0,0 1 0,-1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50.596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9984.54492"/>
      <inkml:brushProperty name="anchorY" value="-8223.9668"/>
      <inkml:brushProperty name="scaleFactor" value="0.5"/>
    </inkml:brush>
  </inkml:definitions>
  <inkml:trace contextRef="#ctx0" brushRef="#br0">1 0 24575,'0'0'0,"1"0"0,1 0 0,1 0 0,1 0 0,1 0 0,0 0 0,0 1 0,-1 0 0,0 0 0,1 0 0,-1 1 0,-2-1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8:06.02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4135.58789"/>
      <inkml:brushProperty name="anchorY" value="-12316.25098"/>
      <inkml:brushProperty name="scaleFactor" value="0.5"/>
    </inkml:brush>
  </inkml:definitions>
  <inkml:trace contextRef="#ctx0" brushRef="#br0">1 1 24575,'0'0'0,"1"1"0,1 1 0,1-1 0,1 0 0,1-1 0,0 1 0,2-1 0,-1 0 0,1 0 0,-1 0 0,0 0 0,0 0 0,0 0 0,-1 0 0,0 0 0,1 0 0,-1 0 0,0 0 0,0 0 0,1 0 0,-1 0 0,0 0 0,0 0 0,1 0 0,0 0 0,0 0 0,1 0 0,-1 0 0,0 0 0,0 0 0,-1 0 0,0 0 0,1 0 0,-1 0 0,0 0 0,1 0 0,-1 0 0,0 0 0,0 0 0,1 0 0,-1 0 0,0 0 0,0 0 0,1 1 0,-1 0 0,0 0 0,1 0 0,-1 0 0,0-1 0,1 0 0,-1 0 0,0 1 0,0 0 0,1 0 0,-1 0 0,0 0 0,1 0 0,-1 1 0,0-1 0,0 0 0,1-1 0,-1 1 0,0-1 0,1 0 0,-1 0 0,0 0 0,0 0 0,1 0 0,-1 0 0,0 0 0,1 0 0,-2-1 0,-1-2 0,-2 1 0,-2-1 0,-2 1 0,-1-1 0,-1 2 0,0 0 0,-1 0 0,1 1 0,-1 0 0,1 0 0,-1 0 0,1 1 0,-1-1 0,3 0 0,2 0 0,2 0 0,2 0 0,2 0 0,0 0 0,0 0 0,1 0 0,0 0 0,-1 0 0,1 0 0,-1 0 0,1 0 0,-1 0 0,0 0 0,1 0 0,-2-1 0,0 0 0,0-2 0,0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29.372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797.58972"/>
      <inkml:brushProperty name="anchorY" value="-1021.159"/>
      <inkml:brushProperty name="scaleFactor" value="0.5"/>
    </inkml:brush>
  </inkml:definitions>
  <inkml:trace contextRef="#ctx0" brushRef="#br0">1 0 24575,'0'0'0,"1"0"0,1 0 0,1 0 0,1 0 0,1 0 0,0 0 0,1 0 0,-1 0 0,1 0 0,-1 0 0,1 0 0,-1 0 0,0 0 0,1 0 0,-1 0 0,0 0 0,1 1 0,-1 0 0,0 0 0,0 0 0,1 0 0,-1 0 0,0 1 0,1-1 0,-1 0 0,0-1 0,1 1 0,-1-1 0,0 0 0,0 0 0,1 0 0,-1 0 0,0 0 0,1 0 0,-1 0 0,0 0 0,0 0 0,1 0 0,-1 0 0,0 0 0,1 0 0,-1 0 0,-1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31.87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3029.80957"/>
      <inkml:brushProperty name="anchorY" value="-2047.74048"/>
      <inkml:brushProperty name="scaleFactor" value="0.5"/>
    </inkml:brush>
  </inkml:definitions>
  <inkml:trace contextRef="#ctx0" brushRef="#br0">0 0 24575,'0'0'0,"0"1"0,0 2 0,0 0 0,0 1 0,0 1 0,0 0 0,0 0 0,0 1 0,0-1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33.10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4045.80981"/>
      <inkml:brushProperty name="anchorY" value="-3105.0647"/>
      <inkml:brushProperty name="scaleFactor" value="0.5"/>
    </inkml:brush>
  </inkml:definitions>
  <inkml:trace contextRef="#ctx0" brushRef="#br0">1 0 24575,'0'0'0,"1"0"0,1 0 0,1 0 0,1 0 0,1 0 0,0 0 0,1 0 0,-1 0 0,1 0 0,-1 0 0,1 0 0,-1 0 0,0 0 0,1 0 0,-1 0 0,0 0 0,0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39.561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5140.47656"/>
      <inkml:brushProperty name="anchorY" value="-4121.06494"/>
      <inkml:brushProperty name="scaleFactor" value="0.5"/>
    </inkml:brush>
  </inkml:definitions>
  <inkml:trace contextRef="#ctx0" brushRef="#br0">0 6 24575,'0'0'0,"1"0"0,2 0 0,0 0 0,1 0 0,1 0 0,0 0 0,0 0 0,1 0 0,-2-1 0,1 0 0,-1 0 0,0 0 0,1 0 0,0 1 0,0-1 0,0 1 0,1 0 0,-1 0 0,0 0 0,1 0 0,-1 0 0,0 0 0,0 0 0,1 0 0,-1 0 0,-1 2 0,1-1 0,-1 0 0,0 0 0,1-1 0,-1 2 0,0-1 0,0 0 0,0 0 0,0 1 0,0-1 0,0 0 0,0 0 0,1 0 0,-1-1 0,2 1 0,-1-1 0,0 0 0,1 0 0,-1-1 0,0 1 0,1 0 0,-1 0 0,0 0 0,0 0 0,0 1 0,-1 0 0,0 1 0,1-2 0,-1 1 0,1 0 0,1-1 0,0 0 0,2 0 0,-1 0 0,1 0 0,0 0 0,0 0 0,0 0 0,-1 0 0,1 0 0,-1 0 0,0 0 0,0 0 0,-2 0 0,1 0 0,-1 0 0,1 0 0,-1 0 0,-2-1 0,-2-1 0,-2 1 0,-2-1 0,-2 1 0,-1-1 0,-1 1 0,-1 0 0,0 1 0,1 0 0,0 0 0,1 0 0,0 0 0,1 0 0,0 0 0,0 0 0,-1 0 0,1 0 0,0 0 0,0 0 0,-1 0 0,1 0 0,0 0 0,0 0 0,-1 0 0,1 0 0,0 0 0,-1 0 0,1 0 0,0 1 0,0 0 0,-1 0 0,1 0 0,0 0 0,-1-1 0,1 0 0,1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41.26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6353.00635"/>
      <inkml:brushProperty name="anchorY" value="-5147.85352"/>
      <inkml:brushProperty name="scaleFactor" value="0.5"/>
    </inkml:brush>
  </inkml:definitions>
  <inkml:trace contextRef="#ctx0" brushRef="#br0">1 1 24575,'0'0'0,"1"0"0,0 1 0,1 0 0,1 0 0,1 0 0,0 0 0,1-1 0,1 0 0,-1 0 0,0 0 0,1 0 0,-1 0 0,1 0 0,-1 0 0,0 0 0,1 0 0,-1 0 0,0 0 0,1 0 0,-1 0 0,0 0 0,0 0 0,1 0 0,-1 0 0,0 0 0,1 0 0,-1 0 0,0 0 0,1 0 0,-1 0 0,0 0 0,0 0 0,1 0 0,-1 0 0,0 0 0,1 0 0,-1 0 0,0 0 0,-1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7:57.595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2103.58691"/>
      <inkml:brushProperty name="anchorY" value="-10284.25098"/>
      <inkml:brushProperty name="scaleFactor" value="0.5"/>
    </inkml:brush>
  </inkml:definitions>
  <inkml:trace contextRef="#ctx0" brushRef="#br0">1 1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8:00.348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3119.58789"/>
      <inkml:brushProperty name="anchorY" value="-11300.25098"/>
      <inkml:brushProperty name="scaleFactor" value="0.5"/>
    </inkml:brush>
  </inkml:definitions>
  <inkml:trace contextRef="#ctx0" brushRef="#br0">0 1 24575,'0'0'0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8:15.96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7861.91211"/>
      <inkml:brushProperty name="anchorY" value="-15395.16406"/>
      <inkml:brushProperty name="scaleFactor" value="0.5"/>
    </inkml:brush>
  </inkml:definitions>
  <inkml:trace contextRef="#ctx0" brushRef="#br0">1 1 24575,'0'0'0,"1"0"0,1 0 0,1 0 0,1 0 0,1 0 0,0 0 0,1 0 0,-1 0 0,1 0 0,-1 0 0,1 0 0,-1 0 0,0 0 0,1 0 0,-1 0 0,0 0 0,1 0 0,0 0 0,0 0 0,1 0 0,-1 0 0,0 0 0,-1 0 0,1 0 0,-1 0 0,1 0 0,-1 0 0,0 0 0,0 0 0,1 0 0,-1 0 0,0 0 0,0 0 0,1 0 0,-1 0 0,0 0 0,1 0 0,-1 0 0,0 0 0,0 0 0,1 0 0,-1 0 0,0 0 0,1 0 0,-1 0 0,0 0 0,1 0 0,-1 0 0,0 0 0,0 0 0,1 0 0,-1 0 0,0 0 0,1 0 0,-1 0 0,0 0 0,0 0 0,1 0 0,-1 0 0,0 0 0,1 0 0,-1 0 0,0 0 0,0 0 0,0 1 0,-1 0 0,0 0 0,-1 1 0,1-1 0,0 1 0,0-1 0,-1-1 0,1-1 0,0 0 0,1 0 0,-2 0 0,0-1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8:17.760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19261.19531"/>
      <inkml:brushProperty name="anchorY" value="-16414.66211"/>
      <inkml:brushProperty name="scaleFactor" value="0.5"/>
    </inkml:brush>
  </inkml:definitions>
  <inkml:trace contextRef="#ctx0" brushRef="#br0">0 0 24575,'0'0'0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5T03:18:18.327"/>
    </inkml:context>
    <inkml:brush xml:id="br0">
      <inkml:brushProperty name="width" value="0.05" units="cm"/>
      <inkml:brushProperty name="height" value="0.05" units="cm"/>
      <inkml:brushProperty name="color" value="#CC912C"/>
      <inkml:brushProperty name="inkEffects" value="gold"/>
      <inkml:brushProperty name="anchorX" value="-20277.19531"/>
      <inkml:brushProperty name="anchorY" value="-17430.66211"/>
      <inkml:brushProperty name="scaleFactor" value="0.5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F815D-71DF-41DE-8A81-D74C6B8FF914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688A4-AD53-4415-93C1-4ECFF23204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559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688A4-AD53-4415-93C1-4ECFF23204E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938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855A91-F4AA-B119-0066-B066C7F5B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D15E44-6D16-6249-E304-ED044C458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0EC50E-CEDA-FD41-E0DF-CFB4B595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FCDA8-0D3E-C2FA-880D-C45F4304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BC4F47-DF19-4992-7F44-58BCFE81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25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E9646D-25A9-D917-B67E-71C048C19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4803BE-EEA0-8349-877C-7088587D0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30F9A8-F2DC-4A74-5CF1-18B775CE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C3251F-3A43-AD0C-6068-6D6F5A72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FC527-C93A-EC7C-0EAC-76D79DA7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3975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A43C4C-7D9F-A3EA-087A-E1E38C489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7B89DA-2C0E-085C-E1E5-A8F809E93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787A48-569B-A633-3C61-6B1A33C4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4E1B26-F368-7EBF-87C3-B0F8674F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5CC01B-3FCD-1595-00E4-04F0B1F1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78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4EF5B-AE3E-4E4E-A22E-E3766C94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F06A73-3CD3-14B4-43E5-98CC6A0C3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D41161-1D0E-CE37-4041-A67937692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0AD5A-F03D-9190-9419-7AB0F537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B7CE97-CF39-AEB9-9A26-512596D3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4B0ECD-AB45-CA74-143D-39EB3E2C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122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FAF7B7-7C29-F4BD-704A-918D52DD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E0DF88-DB94-034F-1576-257D35A92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C63B40-8E9E-1337-F040-2185A6292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FB8695-F9DA-9B9D-E3F1-565548988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A96082-3882-2B0B-22E1-4FBE023DA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E8A7E1-3A6D-53B5-6C32-4FDC47C8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9D53EEB-5871-783D-2E88-45DAF6FC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61C95E-FD71-A427-606F-619E92CA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134F82-552D-0ACA-6342-D4213540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906BE7-8DD6-FC2C-2DA2-6DA405B4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35B63A-30FA-8E1F-FCF2-27D22EAA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8D50BB5-C23E-2F89-2860-62DAB47D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20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997481F-47EF-5D71-05D3-5A1D8207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7F0F3B-F89C-263D-346F-ED22135D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83D180-061B-E347-D268-84224D5E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4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1119F-DCE3-A49A-93C6-2FD75E05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FB7569-D72A-8890-49BE-6A2D907D0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C2214A-1593-3040-6527-EEB7723C3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797551-A931-BB47-F232-E95614D2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7424FF-EBE7-8D8F-5BA8-A75EFCBC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CFA91D-9EF5-0AC4-D1A2-C46796AA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B07872-D480-A42F-207A-9918C950A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9E5724-A2D0-2680-5621-5EB5C8998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5F6590-655C-9544-EA99-FF05DEDCC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65F412-F73F-9B9B-2F1C-A9880B88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D251FB-80A3-67B0-39D3-CBC8979C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7E71D6-BC5E-BFF6-6354-F7B78BB8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570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6AEA16-21CB-7AC2-C386-5C0DC2BA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2DF89B-699F-5223-17EB-73CC56938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51CDE1-A111-C22B-C788-B3C777E14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743A2E-9D48-A48F-0CD1-73C84F90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94FC8-DE80-304F-30B8-9112BE4E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9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C2ED31-3F6C-6CDE-8244-AAE852579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723B74-F339-CE17-C9AC-A1DA8A05F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7640F1-23EA-1296-99F8-8E423FB7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094AF8-98A9-E21B-3417-BC6E64A4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DCB4F8-C10E-9987-7AFA-547B3B3D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3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80EF94B-6F3C-C2A8-4978-CBB69607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5C5F6B-4374-B893-6C8D-42C250FB5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2F98B4-6E46-49D2-9200-C25E380DF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6F2A-D21E-440B-B4AE-2E2A0EF0C32F}" type="datetimeFigureOut">
              <a:rPr kumimoji="1" lang="ja-JP" altLang="en-US" smtClean="0"/>
              <a:t>2026/7/25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4B05F2-E830-03BA-7D70-9A77DDB73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FF0780-791E-57B1-1814-1C49F924F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C1954-BC75-498B-9082-1E32FCCF3E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063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7.xml"/><Relationship Id="rId21" Type="http://schemas.openxmlformats.org/officeDocument/2006/relationships/customXml" Target="../ink/ink9.xml"/><Relationship Id="rId42" Type="http://schemas.openxmlformats.org/officeDocument/2006/relationships/image" Target="../media/image21.png"/><Relationship Id="rId63" Type="http://schemas.openxmlformats.org/officeDocument/2006/relationships/customXml" Target="../ink/ink30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image" Target="../media/image81.png"/><Relationship Id="rId170" Type="http://schemas.openxmlformats.org/officeDocument/2006/relationships/image" Target="../media/image87.png"/><Relationship Id="rId107" Type="http://schemas.openxmlformats.org/officeDocument/2006/relationships/customXml" Target="../ink/ink52.xml"/><Relationship Id="rId11" Type="http://schemas.openxmlformats.org/officeDocument/2006/relationships/customXml" Target="../ink/ink4.xml"/><Relationship Id="rId32" Type="http://schemas.openxmlformats.org/officeDocument/2006/relationships/image" Target="../media/image16.png"/><Relationship Id="rId53" Type="http://schemas.openxmlformats.org/officeDocument/2006/relationships/customXml" Target="../ink/ink25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3.xml"/><Relationship Id="rId5" Type="http://schemas.openxmlformats.org/officeDocument/2006/relationships/customXml" Target="../ink/ink1.xml"/><Relationship Id="rId95" Type="http://schemas.openxmlformats.org/officeDocument/2006/relationships/customXml" Target="../ink/ink46.xml"/><Relationship Id="rId160" Type="http://schemas.openxmlformats.org/officeDocument/2006/relationships/image" Target="../media/image82.png"/><Relationship Id="rId181" Type="http://schemas.openxmlformats.org/officeDocument/2006/relationships/customXml" Target="../ink/ink86.xml"/><Relationship Id="rId22" Type="http://schemas.openxmlformats.org/officeDocument/2006/relationships/image" Target="../media/image11.png"/><Relationship Id="rId43" Type="http://schemas.openxmlformats.org/officeDocument/2006/relationships/customXml" Target="../ink/ink20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8.xml"/><Relationship Id="rId85" Type="http://schemas.openxmlformats.org/officeDocument/2006/relationships/customXml" Target="../ink/ink41.xml"/><Relationship Id="rId150" Type="http://schemas.openxmlformats.org/officeDocument/2006/relationships/image" Target="../media/image75.png"/><Relationship Id="rId171" Type="http://schemas.openxmlformats.org/officeDocument/2006/relationships/customXml" Target="../ink/ink81.xml"/><Relationship Id="rId12" Type="http://schemas.openxmlformats.org/officeDocument/2006/relationships/image" Target="../media/image6.png"/><Relationship Id="rId33" Type="http://schemas.openxmlformats.org/officeDocument/2006/relationships/customXml" Target="../ink/ink15.xml"/><Relationship Id="rId108" Type="http://schemas.openxmlformats.org/officeDocument/2006/relationships/image" Target="../media/image54.png"/><Relationship Id="rId129" Type="http://schemas.openxmlformats.org/officeDocument/2006/relationships/customXml" Target="../ink/ink63.xml"/><Relationship Id="rId54" Type="http://schemas.openxmlformats.org/officeDocument/2006/relationships/image" Target="../media/image27.png"/><Relationship Id="rId75" Type="http://schemas.openxmlformats.org/officeDocument/2006/relationships/customXml" Target="../ink/ink36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61" Type="http://schemas.openxmlformats.org/officeDocument/2006/relationships/customXml" Target="../ink/ink76.xml"/><Relationship Id="rId182" Type="http://schemas.openxmlformats.org/officeDocument/2006/relationships/image" Target="../media/image93.png"/><Relationship Id="rId6" Type="http://schemas.openxmlformats.org/officeDocument/2006/relationships/image" Target="../media/image3.png"/><Relationship Id="rId23" Type="http://schemas.openxmlformats.org/officeDocument/2006/relationships/customXml" Target="../ink/ink10.xml"/><Relationship Id="rId119" Type="http://schemas.openxmlformats.org/officeDocument/2006/relationships/customXml" Target="../ink/ink58.xml"/><Relationship Id="rId44" Type="http://schemas.openxmlformats.org/officeDocument/2006/relationships/image" Target="../media/image22.png"/><Relationship Id="rId65" Type="http://schemas.openxmlformats.org/officeDocument/2006/relationships/customXml" Target="../ink/ink31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4.xml"/><Relationship Id="rId172" Type="http://schemas.openxmlformats.org/officeDocument/2006/relationships/image" Target="../media/image88.png"/><Relationship Id="rId13" Type="http://schemas.openxmlformats.org/officeDocument/2006/relationships/customXml" Target="../ink/ink5.xml"/><Relationship Id="rId18" Type="http://schemas.openxmlformats.org/officeDocument/2006/relationships/image" Target="../media/image9.png"/><Relationship Id="rId39" Type="http://schemas.openxmlformats.org/officeDocument/2006/relationships/customXml" Target="../ink/ink18.xml"/><Relationship Id="rId109" Type="http://schemas.openxmlformats.org/officeDocument/2006/relationships/customXml" Target="../ink/ink53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6.xml"/><Relationship Id="rId76" Type="http://schemas.openxmlformats.org/officeDocument/2006/relationships/image" Target="../media/image38.png"/><Relationship Id="rId97" Type="http://schemas.openxmlformats.org/officeDocument/2006/relationships/customXml" Target="../ink/ink47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125" Type="http://schemas.openxmlformats.org/officeDocument/2006/relationships/customXml" Target="../ink/ink61.xml"/><Relationship Id="rId141" Type="http://schemas.openxmlformats.org/officeDocument/2006/relationships/customXml" Target="../ink/ink69.xml"/><Relationship Id="rId146" Type="http://schemas.openxmlformats.org/officeDocument/2006/relationships/image" Target="../media/image73.png"/><Relationship Id="rId167" Type="http://schemas.openxmlformats.org/officeDocument/2006/relationships/customXml" Target="../ink/ink79.xml"/><Relationship Id="rId188" Type="http://schemas.openxmlformats.org/officeDocument/2006/relationships/image" Target="../media/image96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92" Type="http://schemas.openxmlformats.org/officeDocument/2006/relationships/image" Target="../media/image46.png"/><Relationship Id="rId162" Type="http://schemas.openxmlformats.org/officeDocument/2006/relationships/image" Target="../media/image83.png"/><Relationship Id="rId183" Type="http://schemas.openxmlformats.org/officeDocument/2006/relationships/customXml" Target="../ink/ink87.xml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3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1.xml"/><Relationship Id="rId66" Type="http://schemas.openxmlformats.org/officeDocument/2006/relationships/image" Target="../media/image33.png"/><Relationship Id="rId87" Type="http://schemas.openxmlformats.org/officeDocument/2006/relationships/customXml" Target="../ink/ink42.xml"/><Relationship Id="rId110" Type="http://schemas.openxmlformats.org/officeDocument/2006/relationships/image" Target="../media/image55.png"/><Relationship Id="rId115" Type="http://schemas.openxmlformats.org/officeDocument/2006/relationships/customXml" Target="../ink/ink56.xml"/><Relationship Id="rId131" Type="http://schemas.openxmlformats.org/officeDocument/2006/relationships/customXml" Target="../ink/ink64.xml"/><Relationship Id="rId136" Type="http://schemas.openxmlformats.org/officeDocument/2006/relationships/image" Target="../media/image68.png"/><Relationship Id="rId157" Type="http://schemas.openxmlformats.org/officeDocument/2006/relationships/image" Target="../media/image79.png"/><Relationship Id="rId178" Type="http://schemas.openxmlformats.org/officeDocument/2006/relationships/image" Target="../media/image91.png"/><Relationship Id="rId61" Type="http://schemas.openxmlformats.org/officeDocument/2006/relationships/customXml" Target="../ink/ink29.xml"/><Relationship Id="rId82" Type="http://schemas.openxmlformats.org/officeDocument/2006/relationships/image" Target="../media/image41.png"/><Relationship Id="rId152" Type="http://schemas.openxmlformats.org/officeDocument/2006/relationships/image" Target="../media/image76.png"/><Relationship Id="rId173" Type="http://schemas.openxmlformats.org/officeDocument/2006/relationships/customXml" Target="../ink/ink82.xml"/><Relationship Id="rId19" Type="http://schemas.openxmlformats.org/officeDocument/2006/relationships/customXml" Target="../ink/ink8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6.xml"/><Relationship Id="rId56" Type="http://schemas.openxmlformats.org/officeDocument/2006/relationships/image" Target="../media/image28.png"/><Relationship Id="rId77" Type="http://schemas.openxmlformats.org/officeDocument/2006/relationships/customXml" Target="../ink/ink37.xml"/><Relationship Id="rId100" Type="http://schemas.openxmlformats.org/officeDocument/2006/relationships/image" Target="../media/image50.png"/><Relationship Id="rId105" Type="http://schemas.openxmlformats.org/officeDocument/2006/relationships/customXml" Target="../ink/ink51.xml"/><Relationship Id="rId126" Type="http://schemas.openxmlformats.org/officeDocument/2006/relationships/image" Target="../media/image63.png"/><Relationship Id="rId147" Type="http://schemas.openxmlformats.org/officeDocument/2006/relationships/customXml" Target="../ink/ink72.xml"/><Relationship Id="rId168" Type="http://schemas.openxmlformats.org/officeDocument/2006/relationships/image" Target="../media/image86.png"/><Relationship Id="rId8" Type="http://schemas.openxmlformats.org/officeDocument/2006/relationships/image" Target="../media/image4.png"/><Relationship Id="rId51" Type="http://schemas.openxmlformats.org/officeDocument/2006/relationships/customXml" Target="../ink/ink24.xml"/><Relationship Id="rId72" Type="http://schemas.openxmlformats.org/officeDocument/2006/relationships/image" Target="../media/image36.png"/><Relationship Id="rId93" Type="http://schemas.openxmlformats.org/officeDocument/2006/relationships/customXml" Target="../ink/ink45.xml"/><Relationship Id="rId98" Type="http://schemas.openxmlformats.org/officeDocument/2006/relationships/image" Target="../media/image49.png"/><Relationship Id="rId121" Type="http://schemas.openxmlformats.org/officeDocument/2006/relationships/customXml" Target="../ink/ink59.xml"/><Relationship Id="rId142" Type="http://schemas.openxmlformats.org/officeDocument/2006/relationships/image" Target="../media/image71.png"/><Relationship Id="rId163" Type="http://schemas.openxmlformats.org/officeDocument/2006/relationships/customXml" Target="../ink/ink77.xml"/><Relationship Id="rId184" Type="http://schemas.openxmlformats.org/officeDocument/2006/relationships/image" Target="../media/image94.png"/><Relationship Id="rId189" Type="http://schemas.openxmlformats.org/officeDocument/2006/relationships/customXml" Target="../ink/ink90.xml"/><Relationship Id="rId3" Type="http://schemas.openxmlformats.org/officeDocument/2006/relationships/image" Target="../media/image1.jpg"/><Relationship Id="rId25" Type="http://schemas.openxmlformats.org/officeDocument/2006/relationships/customXml" Target="../ink/ink11.xml"/><Relationship Id="rId46" Type="http://schemas.openxmlformats.org/officeDocument/2006/relationships/image" Target="../media/image23.png"/><Relationship Id="rId67" Type="http://schemas.openxmlformats.org/officeDocument/2006/relationships/customXml" Target="../ink/ink32.xml"/><Relationship Id="rId116" Type="http://schemas.openxmlformats.org/officeDocument/2006/relationships/image" Target="../media/image58.png"/><Relationship Id="rId137" Type="http://schemas.openxmlformats.org/officeDocument/2006/relationships/customXml" Target="../ink/ink67.xml"/><Relationship Id="rId158" Type="http://schemas.openxmlformats.org/officeDocument/2006/relationships/image" Target="../media/image80.png"/><Relationship Id="rId20" Type="http://schemas.openxmlformats.org/officeDocument/2006/relationships/image" Target="../media/image10.png"/><Relationship Id="rId41" Type="http://schemas.openxmlformats.org/officeDocument/2006/relationships/customXml" Target="../ink/ink19.xml"/><Relationship Id="rId62" Type="http://schemas.openxmlformats.org/officeDocument/2006/relationships/image" Target="../media/image31.png"/><Relationship Id="rId83" Type="http://schemas.openxmlformats.org/officeDocument/2006/relationships/customXml" Target="../ink/ink40.xml"/><Relationship Id="rId88" Type="http://schemas.openxmlformats.org/officeDocument/2006/relationships/image" Target="../media/image44.png"/><Relationship Id="rId111" Type="http://schemas.openxmlformats.org/officeDocument/2006/relationships/customXml" Target="../ink/ink54.xml"/><Relationship Id="rId132" Type="http://schemas.openxmlformats.org/officeDocument/2006/relationships/image" Target="../media/image66.png"/><Relationship Id="rId153" Type="http://schemas.openxmlformats.org/officeDocument/2006/relationships/customXml" Target="../ink/ink75.xml"/><Relationship Id="rId174" Type="http://schemas.openxmlformats.org/officeDocument/2006/relationships/image" Target="../media/image89.png"/><Relationship Id="rId179" Type="http://schemas.openxmlformats.org/officeDocument/2006/relationships/customXml" Target="../ink/ink85.xml"/><Relationship Id="rId190" Type="http://schemas.openxmlformats.org/officeDocument/2006/relationships/image" Target="../media/image97.png"/><Relationship Id="rId15" Type="http://schemas.openxmlformats.org/officeDocument/2006/relationships/customXml" Target="../ink/ink6.xml"/><Relationship Id="rId36" Type="http://schemas.openxmlformats.org/officeDocument/2006/relationships/image" Target="../media/image18.png"/><Relationship Id="rId57" Type="http://schemas.openxmlformats.org/officeDocument/2006/relationships/customXml" Target="../ink/ink27.xml"/><Relationship Id="rId106" Type="http://schemas.openxmlformats.org/officeDocument/2006/relationships/image" Target="../media/image53.png"/><Relationship Id="rId127" Type="http://schemas.openxmlformats.org/officeDocument/2006/relationships/customXml" Target="../ink/ink62.xml"/><Relationship Id="rId10" Type="http://schemas.openxmlformats.org/officeDocument/2006/relationships/image" Target="../media/image5.png"/><Relationship Id="rId31" Type="http://schemas.openxmlformats.org/officeDocument/2006/relationships/customXml" Target="../ink/ink14.xml"/><Relationship Id="rId52" Type="http://schemas.openxmlformats.org/officeDocument/2006/relationships/image" Target="../media/image26.png"/><Relationship Id="rId73" Type="http://schemas.openxmlformats.org/officeDocument/2006/relationships/customXml" Target="../ink/ink35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8.xml"/><Relationship Id="rId101" Type="http://schemas.openxmlformats.org/officeDocument/2006/relationships/customXml" Target="../ink/ink49.xml"/><Relationship Id="rId122" Type="http://schemas.openxmlformats.org/officeDocument/2006/relationships/image" Target="../media/image61.png"/><Relationship Id="rId143" Type="http://schemas.openxmlformats.org/officeDocument/2006/relationships/customXml" Target="../ink/ink70.xml"/><Relationship Id="rId148" Type="http://schemas.openxmlformats.org/officeDocument/2006/relationships/image" Target="../media/image74.png"/><Relationship Id="rId164" Type="http://schemas.openxmlformats.org/officeDocument/2006/relationships/image" Target="../media/image84.png"/><Relationship Id="rId169" Type="http://schemas.openxmlformats.org/officeDocument/2006/relationships/customXml" Target="../ink/ink80.xml"/><Relationship Id="rId185" Type="http://schemas.openxmlformats.org/officeDocument/2006/relationships/customXml" Target="../ink/ink88.xml"/><Relationship Id="rId4" Type="http://schemas.openxmlformats.org/officeDocument/2006/relationships/image" Target="../media/image2.jpg"/><Relationship Id="rId9" Type="http://schemas.openxmlformats.org/officeDocument/2006/relationships/customXml" Target="../ink/ink3.xml"/><Relationship Id="rId180" Type="http://schemas.openxmlformats.org/officeDocument/2006/relationships/image" Target="../media/image92.png"/><Relationship Id="rId26" Type="http://schemas.openxmlformats.org/officeDocument/2006/relationships/image" Target="../media/image13.png"/><Relationship Id="rId47" Type="http://schemas.openxmlformats.org/officeDocument/2006/relationships/customXml" Target="../ink/ink22.xml"/><Relationship Id="rId68" Type="http://schemas.openxmlformats.org/officeDocument/2006/relationships/image" Target="../media/image34.png"/><Relationship Id="rId89" Type="http://schemas.openxmlformats.org/officeDocument/2006/relationships/customXml" Target="../ink/ink43.xml"/><Relationship Id="rId112" Type="http://schemas.openxmlformats.org/officeDocument/2006/relationships/image" Target="../media/image56.png"/><Relationship Id="rId133" Type="http://schemas.openxmlformats.org/officeDocument/2006/relationships/customXml" Target="../ink/ink65.xml"/><Relationship Id="rId154" Type="http://schemas.openxmlformats.org/officeDocument/2006/relationships/image" Target="../media/image77.png"/><Relationship Id="rId175" Type="http://schemas.openxmlformats.org/officeDocument/2006/relationships/customXml" Target="../ink/ink83.xml"/><Relationship Id="rId16" Type="http://schemas.openxmlformats.org/officeDocument/2006/relationships/image" Target="../media/image8.png"/><Relationship Id="rId37" Type="http://schemas.openxmlformats.org/officeDocument/2006/relationships/customXml" Target="../ink/ink17.xml"/><Relationship Id="rId58" Type="http://schemas.openxmlformats.org/officeDocument/2006/relationships/image" Target="../media/image29.png"/><Relationship Id="rId79" Type="http://schemas.openxmlformats.org/officeDocument/2006/relationships/customXml" Target="../ink/ink38.xml"/><Relationship Id="rId102" Type="http://schemas.openxmlformats.org/officeDocument/2006/relationships/image" Target="../media/image51.png"/><Relationship Id="rId123" Type="http://schemas.openxmlformats.org/officeDocument/2006/relationships/customXml" Target="../ink/ink60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78.xml"/><Relationship Id="rId186" Type="http://schemas.openxmlformats.org/officeDocument/2006/relationships/image" Target="../media/image95.png"/><Relationship Id="rId27" Type="http://schemas.openxmlformats.org/officeDocument/2006/relationships/customXml" Target="../ink/ink12.xml"/><Relationship Id="rId48" Type="http://schemas.openxmlformats.org/officeDocument/2006/relationships/image" Target="../media/image24.png"/><Relationship Id="rId69" Type="http://schemas.openxmlformats.org/officeDocument/2006/relationships/customXml" Target="../ink/ink33.xml"/><Relationship Id="rId113" Type="http://schemas.openxmlformats.org/officeDocument/2006/relationships/customXml" Target="../ink/ink55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microsoft.com/office/2017/06/relationships/model3d" Target="../media/model3d1.glb"/><Relationship Id="rId176" Type="http://schemas.openxmlformats.org/officeDocument/2006/relationships/image" Target="../media/image90.png"/><Relationship Id="rId17" Type="http://schemas.openxmlformats.org/officeDocument/2006/relationships/customXml" Target="../ink/ink7.xml"/><Relationship Id="rId38" Type="http://schemas.openxmlformats.org/officeDocument/2006/relationships/image" Target="../media/image19.png"/><Relationship Id="rId59" Type="http://schemas.openxmlformats.org/officeDocument/2006/relationships/customXml" Target="../ink/ink28.xml"/><Relationship Id="rId103" Type="http://schemas.openxmlformats.org/officeDocument/2006/relationships/customXml" Target="../ink/ink50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4.xml"/><Relationship Id="rId145" Type="http://schemas.openxmlformats.org/officeDocument/2006/relationships/customXml" Target="../ink/ink71.xml"/><Relationship Id="rId166" Type="http://schemas.openxmlformats.org/officeDocument/2006/relationships/image" Target="../media/image85.png"/><Relationship Id="rId187" Type="http://schemas.openxmlformats.org/officeDocument/2006/relationships/customXml" Target="../ink/ink89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14.png"/><Relationship Id="rId49" Type="http://schemas.openxmlformats.org/officeDocument/2006/relationships/customXml" Target="../ink/ink23.xml"/><Relationship Id="rId114" Type="http://schemas.openxmlformats.org/officeDocument/2006/relationships/image" Target="../media/image57.png"/><Relationship Id="rId60" Type="http://schemas.openxmlformats.org/officeDocument/2006/relationships/image" Target="../media/image30.png"/><Relationship Id="rId81" Type="http://schemas.openxmlformats.org/officeDocument/2006/relationships/customXml" Target="../ink/ink39.xml"/><Relationship Id="rId135" Type="http://schemas.openxmlformats.org/officeDocument/2006/relationships/customXml" Target="../ink/ink66.xml"/><Relationship Id="rId156" Type="http://schemas.openxmlformats.org/officeDocument/2006/relationships/image" Target="../media/image78.png"/><Relationship Id="rId177" Type="http://schemas.openxmlformats.org/officeDocument/2006/relationships/customXml" Target="../ink/ink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68072EEB-16C8-D74E-79AB-57EB191BEA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4DBE5E-3C23-1305-84EB-D1751DA8FF65}"/>
              </a:ext>
            </a:extLst>
          </p:cNvPr>
          <p:cNvSpPr txBox="1"/>
          <p:nvPr/>
        </p:nvSpPr>
        <p:spPr>
          <a:xfrm>
            <a:off x="313988" y="216402"/>
            <a:ext cx="2607734" cy="64633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HGS明朝E" panose="02020900000000000000" pitchFamily="18" charset="-128"/>
                <a:ea typeface="HGS明朝E" panose="02020900000000000000" pitchFamily="18" charset="-128"/>
              </a:rPr>
              <a:t>「ま」釣り</a:t>
            </a:r>
            <a:endParaRPr kumimoji="1" lang="ja-JP" altLang="en-US" sz="36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A5ADEF-5B8D-70E0-48C7-623F268ED84A}"/>
              </a:ext>
            </a:extLst>
          </p:cNvPr>
          <p:cNvSpPr txBox="1"/>
          <p:nvPr/>
        </p:nvSpPr>
        <p:spPr>
          <a:xfrm>
            <a:off x="4911500" y="216402"/>
            <a:ext cx="6989104" cy="7694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ja-JP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正しい「</a:t>
            </a:r>
            <a:r>
              <a:rPr lang="ja-JP" altLang="ja-JP" sz="2200" b="1" dirty="0">
                <a:ln w="1270">
                  <a:solidFill>
                    <a:schemeClr val="tx1"/>
                  </a:solidFill>
                </a:ln>
                <a:solidFill>
                  <a:srgbClr val="FFFF66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ま</a:t>
            </a:r>
            <a:r>
              <a:rPr lang="ja-JP" altLang="ja-JP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」を</a:t>
            </a:r>
            <a:r>
              <a:rPr lang="ja-JP" altLang="en-US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釣り上げ</a:t>
            </a:r>
            <a:r>
              <a:rPr lang="ja-JP" altLang="ja-JP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、</a:t>
            </a:r>
            <a:r>
              <a:rPr lang="ja-JP" altLang="en-US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言葉</a:t>
            </a:r>
            <a:r>
              <a:rPr lang="ja-JP" altLang="ja-JP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を</a:t>
            </a:r>
            <a:r>
              <a:rPr lang="ja-JP" altLang="en-US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完成させろ</a:t>
            </a:r>
            <a:r>
              <a:rPr lang="ja-JP" altLang="ja-JP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！</a:t>
            </a:r>
            <a:br>
              <a:rPr lang="en-US" altLang="ja-JP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ja-JP" sz="22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脳と指先が交差する、3D物理対戦パズル</a:t>
            </a:r>
            <a:endParaRPr kumimoji="1" lang="ja-JP" altLang="en-US" sz="22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199" name="正方形/長方形 1198">
            <a:extLst>
              <a:ext uri="{FF2B5EF4-FFF2-40B4-BE49-F238E27FC236}">
                <a16:creationId xmlns:a16="http://schemas.microsoft.com/office/drawing/2014/main" id="{5266803A-B9A6-7413-93A3-7C4F16E8F924}"/>
              </a:ext>
            </a:extLst>
          </p:cNvPr>
          <p:cNvSpPr/>
          <p:nvPr/>
        </p:nvSpPr>
        <p:spPr>
          <a:xfrm>
            <a:off x="7335937" y="1276684"/>
            <a:ext cx="4564667" cy="3885273"/>
          </a:xfrm>
          <a:prstGeom prst="rect">
            <a:avLst/>
          </a:prstGeom>
          <a:solidFill>
            <a:srgbClr val="0070C0">
              <a:alpha val="3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A690D86-C0FF-D11D-E584-59A395B446F2}"/>
              </a:ext>
            </a:extLst>
          </p:cNvPr>
          <p:cNvSpPr txBox="1"/>
          <p:nvPr/>
        </p:nvSpPr>
        <p:spPr>
          <a:xfrm>
            <a:off x="7397709" y="1343979"/>
            <a:ext cx="4420479" cy="1631216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１対１の対戦釣りゲーム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プレイヤーは「</a:t>
            </a:r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rgbClr val="FFFF00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ま</a:t>
            </a: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」が抜けた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言葉のお題を出される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その言葉に合った「</a:t>
            </a:r>
            <a:r>
              <a:rPr lang="ja-JP" altLang="en-US" sz="2000" dirty="0">
                <a:ln w="1270">
                  <a:solidFill>
                    <a:schemeClr val="tx1"/>
                  </a:solidFill>
                </a:ln>
                <a:solidFill>
                  <a:srgbClr val="FFFF00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ま</a:t>
            </a: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」を釣り上げ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完成させると成功！</a:t>
            </a:r>
            <a:endParaRPr kumimoji="1" lang="ja-JP" altLang="en-US" sz="20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BEBF2A-6736-A6F2-C63E-3988A14ED507}"/>
              </a:ext>
            </a:extLst>
          </p:cNvPr>
          <p:cNvSpPr txBox="1"/>
          <p:nvPr/>
        </p:nvSpPr>
        <p:spPr>
          <a:xfrm>
            <a:off x="7397709" y="3022098"/>
            <a:ext cx="4420479" cy="1015663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カーソルを合わせて引っ掛けます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そのあとに、釣る力と重心を操作し画面外まで上げると成功</a:t>
            </a:r>
            <a:endParaRPr kumimoji="1" lang="en-US" altLang="ja-JP" sz="20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201" name="正方形/長方形 1200">
            <a:extLst>
              <a:ext uri="{FF2B5EF4-FFF2-40B4-BE49-F238E27FC236}">
                <a16:creationId xmlns:a16="http://schemas.microsoft.com/office/drawing/2014/main" id="{2160E1ED-0A12-9CBD-D8D4-0433532BF34F}"/>
              </a:ext>
            </a:extLst>
          </p:cNvPr>
          <p:cNvSpPr/>
          <p:nvPr/>
        </p:nvSpPr>
        <p:spPr>
          <a:xfrm>
            <a:off x="302246" y="5273652"/>
            <a:ext cx="11598355" cy="1381493"/>
          </a:xfrm>
          <a:prstGeom prst="rect">
            <a:avLst/>
          </a:prstGeom>
          <a:solidFill>
            <a:srgbClr val="0070C0">
              <a:alpha val="3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3" name="テキスト ボックス 1172">
            <a:extLst>
              <a:ext uri="{FF2B5EF4-FFF2-40B4-BE49-F238E27FC236}">
                <a16:creationId xmlns:a16="http://schemas.microsoft.com/office/drawing/2014/main" id="{CC50F9C1-88FA-597C-933D-D6FFDBCB7754}"/>
              </a:ext>
            </a:extLst>
          </p:cNvPr>
          <p:cNvSpPr txBox="1"/>
          <p:nvPr/>
        </p:nvSpPr>
        <p:spPr>
          <a:xfrm>
            <a:off x="1193784" y="5309191"/>
            <a:ext cx="4556016" cy="1323439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文字には重さがあり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画数が多いほど重く、少ないほど軽い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重い文字は釣るのに時間がかかり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糸が切れやすい</a:t>
            </a:r>
            <a:endParaRPr kumimoji="1" lang="en-US" altLang="ja-JP" sz="20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196" name="正方形/長方形 1195">
            <a:extLst>
              <a:ext uri="{FF2B5EF4-FFF2-40B4-BE49-F238E27FC236}">
                <a16:creationId xmlns:a16="http://schemas.microsoft.com/office/drawing/2014/main" id="{F184AA66-14B9-2157-3609-8D8937205C1D}"/>
              </a:ext>
            </a:extLst>
          </p:cNvPr>
          <p:cNvSpPr/>
          <p:nvPr/>
        </p:nvSpPr>
        <p:spPr>
          <a:xfrm>
            <a:off x="366585" y="5966121"/>
            <a:ext cx="684012" cy="617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HGP明朝B" panose="02020800000000000000" pitchFamily="18" charset="-128"/>
                <a:ea typeface="HGP明朝B" panose="02020800000000000000" pitchFamily="18" charset="-128"/>
              </a:rPr>
              <a:t>魔</a:t>
            </a:r>
            <a:endParaRPr kumimoji="1" lang="ja-JP" altLang="en-US" sz="36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  <p:sp>
        <p:nvSpPr>
          <p:cNvPr id="1203" name="正方形/長方形 1202">
            <a:extLst>
              <a:ext uri="{FF2B5EF4-FFF2-40B4-BE49-F238E27FC236}">
                <a16:creationId xmlns:a16="http://schemas.microsoft.com/office/drawing/2014/main" id="{66EBC7DD-1EB6-E2E6-D028-1F5ADC93BA96}"/>
              </a:ext>
            </a:extLst>
          </p:cNvPr>
          <p:cNvSpPr/>
          <p:nvPr/>
        </p:nvSpPr>
        <p:spPr>
          <a:xfrm>
            <a:off x="366585" y="5320781"/>
            <a:ext cx="684012" cy="617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latin typeface="HGP明朝B" panose="02020800000000000000" pitchFamily="18" charset="-128"/>
                <a:ea typeface="HGP明朝B" panose="02020800000000000000" pitchFamily="18" charset="-128"/>
              </a:rPr>
              <a:t>マ</a:t>
            </a:r>
          </a:p>
        </p:txBody>
      </p:sp>
      <p:sp>
        <p:nvSpPr>
          <p:cNvPr id="1205" name="テキスト ボックス 1204">
            <a:extLst>
              <a:ext uri="{FF2B5EF4-FFF2-40B4-BE49-F238E27FC236}">
                <a16:creationId xmlns:a16="http://schemas.microsoft.com/office/drawing/2014/main" id="{B200AC42-791F-C004-DE5A-9C73C4F4B565}"/>
              </a:ext>
            </a:extLst>
          </p:cNvPr>
          <p:cNvSpPr txBox="1"/>
          <p:nvPr/>
        </p:nvSpPr>
        <p:spPr>
          <a:xfrm>
            <a:off x="6667914" y="5327380"/>
            <a:ext cx="5143070" cy="400110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文字の黄色い場所に掛けられるとボーナス</a:t>
            </a:r>
            <a:endParaRPr kumimoji="1" lang="en-US" altLang="ja-JP" sz="20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207" name="テキスト ボックス 1206">
            <a:extLst>
              <a:ext uri="{FF2B5EF4-FFF2-40B4-BE49-F238E27FC236}">
                <a16:creationId xmlns:a16="http://schemas.microsoft.com/office/drawing/2014/main" id="{6EC836E7-FCA3-4579-BD76-93705281E9EF}"/>
              </a:ext>
            </a:extLst>
          </p:cNvPr>
          <p:cNvSpPr txBox="1"/>
          <p:nvPr/>
        </p:nvSpPr>
        <p:spPr>
          <a:xfrm>
            <a:off x="7397709" y="4085933"/>
            <a:ext cx="4420479" cy="1015663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成功すると相手にお邪魔文字</a:t>
            </a:r>
            <a:br>
              <a:rPr kumimoji="1"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(</a:t>
            </a: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「</a:t>
            </a:r>
            <a:r>
              <a:rPr lang="ja-JP" altLang="en-US" sz="2000" dirty="0">
                <a:ln w="1270">
                  <a:solidFill>
                    <a:schemeClr val="dk1"/>
                  </a:solidFill>
                </a:ln>
                <a:solidFill>
                  <a:srgbClr val="FFFF00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ま</a:t>
            </a: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」以外の文字</a:t>
            </a:r>
            <a: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)</a:t>
            </a:r>
            <a:r>
              <a:rPr kumimoji="1"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を送り、文字が溜まって赤いラインを超えると負け</a:t>
            </a:r>
            <a:endParaRPr kumimoji="1" lang="en-US" altLang="ja-JP" sz="20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209" name="テキスト ボックス 1208">
            <a:extLst>
              <a:ext uri="{FF2B5EF4-FFF2-40B4-BE49-F238E27FC236}">
                <a16:creationId xmlns:a16="http://schemas.microsoft.com/office/drawing/2014/main" id="{84F903C3-B430-F12A-C034-9C0C70E74A34}"/>
              </a:ext>
            </a:extLst>
          </p:cNvPr>
          <p:cNvSpPr txBox="1"/>
          <p:nvPr/>
        </p:nvSpPr>
        <p:spPr>
          <a:xfrm>
            <a:off x="7254968" y="5906169"/>
            <a:ext cx="4556016" cy="707886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複数正解があるお題も沢山存在する</a:t>
            </a:r>
            <a:br>
              <a:rPr lang="en-US" altLang="ja-JP" sz="20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000" dirty="0">
                <a:latin typeface="HGS明朝E" panose="02020900000000000000" pitchFamily="18" charset="-128"/>
                <a:ea typeface="HGS明朝E" panose="02020900000000000000" pitchFamily="18" charset="-128"/>
              </a:rPr>
              <a:t>理解できたらそれは正解だ</a:t>
            </a:r>
            <a:endParaRPr kumimoji="1" lang="en-US" altLang="ja-JP" sz="20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211" name="正方形/長方形 1210">
            <a:extLst>
              <a:ext uri="{FF2B5EF4-FFF2-40B4-BE49-F238E27FC236}">
                <a16:creationId xmlns:a16="http://schemas.microsoft.com/office/drawing/2014/main" id="{91570CAB-95D9-59FE-01AC-834032E783C5}"/>
              </a:ext>
            </a:extLst>
          </p:cNvPr>
          <p:cNvSpPr/>
          <p:nvPr/>
        </p:nvSpPr>
        <p:spPr>
          <a:xfrm>
            <a:off x="5817641" y="5317065"/>
            <a:ext cx="684012" cy="6173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dirty="0">
                <a:latin typeface="HGP明朝B" panose="02020800000000000000" pitchFamily="18" charset="-128"/>
                <a:ea typeface="HGP明朝B" panose="02020800000000000000" pitchFamily="18" charset="-128"/>
              </a:rPr>
              <a:t>真</a:t>
            </a:r>
          </a:p>
        </p:txBody>
      </p:sp>
      <p:sp>
        <p:nvSpPr>
          <p:cNvPr id="1213" name="正方形/長方形 1212">
            <a:extLst>
              <a:ext uri="{FF2B5EF4-FFF2-40B4-BE49-F238E27FC236}">
                <a16:creationId xmlns:a16="http://schemas.microsoft.com/office/drawing/2014/main" id="{65085C8B-B13E-72A9-30BF-F67F50F96A24}"/>
              </a:ext>
            </a:extLst>
          </p:cNvPr>
          <p:cNvSpPr/>
          <p:nvPr/>
        </p:nvSpPr>
        <p:spPr>
          <a:xfrm>
            <a:off x="5820299" y="6088907"/>
            <a:ext cx="1366828" cy="517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HGP明朝B" panose="02020800000000000000" pitchFamily="18" charset="-128"/>
                <a:ea typeface="HGP明朝B" panose="02020800000000000000" pitchFamily="18" charset="-128"/>
              </a:rPr>
              <a:t>魔</a:t>
            </a:r>
            <a:r>
              <a:rPr lang="en-US" altLang="ja-JP" sz="2800" dirty="0">
                <a:latin typeface="HGP明朝B" panose="02020800000000000000" pitchFamily="18" charset="-128"/>
                <a:ea typeface="HGP明朝B" panose="02020800000000000000" pitchFamily="18" charset="-128"/>
              </a:rPr>
              <a:t>.</a:t>
            </a:r>
            <a:r>
              <a:rPr lang="ja-JP" altLang="en-US" sz="2800" dirty="0">
                <a:latin typeface="HGP明朝B" panose="02020800000000000000" pitchFamily="18" charset="-128"/>
                <a:ea typeface="HGP明朝B" panose="02020800000000000000" pitchFamily="18" charset="-128"/>
              </a:rPr>
              <a:t>馬王</a:t>
            </a:r>
            <a:endParaRPr kumimoji="1" lang="ja-JP" altLang="en-US" sz="2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AAA4888-510B-C716-5AB8-6C66920D0CB9}"/>
              </a:ext>
            </a:extLst>
          </p:cNvPr>
          <p:cNvCxnSpPr>
            <a:cxnSpLocks/>
          </p:cNvCxnSpPr>
          <p:nvPr/>
        </p:nvCxnSpPr>
        <p:spPr>
          <a:xfrm>
            <a:off x="309902" y="1276684"/>
            <a:ext cx="686162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F31601C-7AA6-B7C2-9B0F-7F15DCD6193A}"/>
              </a:ext>
            </a:extLst>
          </p:cNvPr>
          <p:cNvCxnSpPr>
            <a:cxnSpLocks/>
          </p:cNvCxnSpPr>
          <p:nvPr/>
        </p:nvCxnSpPr>
        <p:spPr>
          <a:xfrm>
            <a:off x="309902" y="5152120"/>
            <a:ext cx="6861622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0B47841-04F3-E8D4-1C30-498CBAD2976B}"/>
              </a:ext>
            </a:extLst>
          </p:cNvPr>
          <p:cNvCxnSpPr>
            <a:cxnSpLocks/>
          </p:cNvCxnSpPr>
          <p:nvPr/>
        </p:nvCxnSpPr>
        <p:spPr>
          <a:xfrm>
            <a:off x="7179667" y="1276684"/>
            <a:ext cx="0" cy="387543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ED0DBA02-3EF0-923A-DA7E-24CF8180DDCF}"/>
              </a:ext>
            </a:extLst>
          </p:cNvPr>
          <p:cNvCxnSpPr>
            <a:cxnSpLocks/>
          </p:cNvCxnSpPr>
          <p:nvPr/>
        </p:nvCxnSpPr>
        <p:spPr>
          <a:xfrm>
            <a:off x="309902" y="1276684"/>
            <a:ext cx="0" cy="387543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図 11">
            <a:extLst>
              <a:ext uri="{FF2B5EF4-FFF2-40B4-BE49-F238E27FC236}">
                <a16:creationId xmlns:a16="http://schemas.microsoft.com/office/drawing/2014/main" id="{C0C62EC3-C58B-4C06-B505-900A9F17F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31" y="1301497"/>
            <a:ext cx="6829425" cy="3838576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78B7EA8-0C8A-A375-D6B1-38765C0D44F2}"/>
              </a:ext>
            </a:extLst>
          </p:cNvPr>
          <p:cNvSpPr txBox="1"/>
          <p:nvPr/>
        </p:nvSpPr>
        <p:spPr>
          <a:xfrm rot="20055419">
            <a:off x="1856407" y="2549663"/>
            <a:ext cx="400051" cy="923330"/>
          </a:xfrm>
          <a:prstGeom prst="rect">
            <a:avLst/>
          </a:prstGeom>
          <a:noFill/>
          <a:effectLst>
            <a:softEdge rad="0"/>
          </a:effectLst>
          <a:scene3d>
            <a:camera prst="isometricOffAxis2Left">
              <a:rot lat="931348" lon="3435626" rev="553655"/>
            </a:camera>
            <a:lightRig rig="threePt" dir="t"/>
          </a:scene3d>
          <a:sp3d extrusionH="254000">
            <a:bevelT w="254000" h="254000"/>
            <a:bevelB w="254000" h="254000"/>
          </a:sp3d>
        </p:spPr>
        <p:txBody>
          <a:bodyPr wrap="square" rtlCol="0">
            <a:spAutoFit/>
          </a:bodyPr>
          <a:lstStyle/>
          <a:p>
            <a:r>
              <a:rPr kumimoji="1" lang="ja-JP" altLang="en-US" sz="5400" dirty="0">
                <a:latin typeface="HGP明朝B" panose="02020800000000000000" pitchFamily="18" charset="-128"/>
                <a:ea typeface="HGP明朝B" panose="02020800000000000000" pitchFamily="18" charset="-128"/>
              </a:rPr>
              <a:t>ま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61CBFE4-BFBF-E6BE-3053-8B7B4086E184}"/>
              </a:ext>
            </a:extLst>
          </p:cNvPr>
          <p:cNvSpPr txBox="1"/>
          <p:nvPr/>
        </p:nvSpPr>
        <p:spPr>
          <a:xfrm rot="779354">
            <a:off x="5872440" y="2482940"/>
            <a:ext cx="727748" cy="1569660"/>
          </a:xfrm>
          <a:prstGeom prst="rect">
            <a:avLst/>
          </a:prstGeom>
          <a:noFill/>
          <a:effectLst>
            <a:softEdge rad="0"/>
          </a:effectLst>
          <a:scene3d>
            <a:camera prst="isometricOffAxis2Left">
              <a:rot lat="2468089" lon="20028582" rev="15738543"/>
            </a:camera>
            <a:lightRig rig="threePt" dir="t"/>
          </a:scene3d>
          <a:sp3d extrusionH="254000">
            <a:bevelT w="254000" h="254000"/>
            <a:bevelB w="254000" h="254000"/>
          </a:sp3d>
        </p:spPr>
        <p:txBody>
          <a:bodyPr wrap="square" rtlCol="0">
            <a:spAutoFit/>
          </a:bodyPr>
          <a:lstStyle/>
          <a:p>
            <a:r>
              <a:rPr kumimoji="1" lang="ja-JP" altLang="en-US" sz="9600" dirty="0">
                <a:latin typeface="HGP明朝B" panose="02020800000000000000" pitchFamily="18" charset="-128"/>
                <a:ea typeface="HGP明朝B" panose="02020800000000000000" pitchFamily="18" charset="-128"/>
              </a:rPr>
              <a:t>マ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416087C-94D3-12AC-5D81-CB88F01C0C65}"/>
              </a:ext>
            </a:extLst>
          </p:cNvPr>
          <p:cNvSpPr txBox="1"/>
          <p:nvPr/>
        </p:nvSpPr>
        <p:spPr>
          <a:xfrm rot="20055419">
            <a:off x="4364320" y="4010988"/>
            <a:ext cx="400051" cy="1107996"/>
          </a:xfrm>
          <a:prstGeom prst="rect">
            <a:avLst/>
          </a:prstGeom>
          <a:noFill/>
          <a:effectLst>
            <a:softEdge rad="0"/>
          </a:effectLst>
          <a:scene3d>
            <a:camera prst="isometricOffAxis2Left">
              <a:rot lat="2874198" lon="1151568" rev="19370406"/>
            </a:camera>
            <a:lightRig rig="threePt" dir="t"/>
          </a:scene3d>
          <a:sp3d extrusionH="254000">
            <a:bevelT w="254000" h="254000"/>
            <a:bevelB w="254000" h="254000"/>
          </a:sp3d>
        </p:spPr>
        <p:txBody>
          <a:bodyPr wrap="square" rtlCol="0">
            <a:spAutoFit/>
          </a:bodyPr>
          <a:lstStyle/>
          <a:p>
            <a:r>
              <a:rPr kumimoji="1" lang="ja-JP" altLang="en-US" sz="6600" dirty="0">
                <a:latin typeface="HGP明朝B" panose="02020800000000000000" pitchFamily="18" charset="-128"/>
                <a:ea typeface="HGP明朝B" panose="02020800000000000000" pitchFamily="18" charset="-128"/>
              </a:rPr>
              <a:t>馬</a:t>
            </a:r>
          </a:p>
        </p:txBody>
      </p:sp>
      <p:sp>
        <p:nvSpPr>
          <p:cNvPr id="1032" name="テキスト ボックス 1031">
            <a:extLst>
              <a:ext uri="{FF2B5EF4-FFF2-40B4-BE49-F238E27FC236}">
                <a16:creationId xmlns:a16="http://schemas.microsoft.com/office/drawing/2014/main" id="{B4144030-1C0B-D7DF-2C60-64C274B56793}"/>
              </a:ext>
            </a:extLst>
          </p:cNvPr>
          <p:cNvSpPr txBox="1"/>
          <p:nvPr/>
        </p:nvSpPr>
        <p:spPr>
          <a:xfrm rot="20055419">
            <a:off x="3604010" y="3084193"/>
            <a:ext cx="400051" cy="923330"/>
          </a:xfrm>
          <a:prstGeom prst="rect">
            <a:avLst/>
          </a:prstGeom>
          <a:noFill/>
          <a:effectLst>
            <a:softEdge rad="0"/>
          </a:effectLst>
          <a:scene3d>
            <a:camera prst="isometricOffAxis2Left">
              <a:rot lat="21366203" lon="7520101" rev="6781062"/>
            </a:camera>
            <a:lightRig rig="threePt" dir="t"/>
          </a:scene3d>
          <a:sp3d extrusionH="254000">
            <a:bevelT w="254000" h="254000"/>
            <a:bevelB w="254000" h="254000"/>
          </a:sp3d>
        </p:spPr>
        <p:txBody>
          <a:bodyPr wrap="square" rtlCol="0">
            <a:spAutoFit/>
          </a:bodyPr>
          <a:lstStyle/>
          <a:p>
            <a:r>
              <a:rPr kumimoji="1" lang="ja-JP" altLang="en-US" sz="5400" dirty="0">
                <a:latin typeface="HGP明朝B" panose="02020800000000000000" pitchFamily="18" charset="-128"/>
                <a:ea typeface="HGP明朝B" panose="02020800000000000000" pitchFamily="18" charset="-128"/>
              </a:rPr>
              <a:t>め</a:t>
            </a:r>
          </a:p>
        </p:txBody>
      </p:sp>
      <p:grpSp>
        <p:nvGrpSpPr>
          <p:cNvPr id="1077" name="グループ化 1076">
            <a:extLst>
              <a:ext uri="{FF2B5EF4-FFF2-40B4-BE49-F238E27FC236}">
                <a16:creationId xmlns:a16="http://schemas.microsoft.com/office/drawing/2014/main" id="{CEE27FE8-A01E-7CBE-322C-B84B0E4386DD}"/>
              </a:ext>
            </a:extLst>
          </p:cNvPr>
          <p:cNvGrpSpPr/>
          <p:nvPr/>
        </p:nvGrpSpPr>
        <p:grpSpPr>
          <a:xfrm>
            <a:off x="3868430" y="3379138"/>
            <a:ext cx="114585" cy="280080"/>
            <a:chOff x="3714615" y="2544960"/>
            <a:chExt cx="114585" cy="280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1035" name="インク 1034">
                  <a:extLst>
                    <a:ext uri="{FF2B5EF4-FFF2-40B4-BE49-F238E27FC236}">
                      <a16:creationId xmlns:a16="http://schemas.microsoft.com/office/drawing/2014/main" id="{A26AC80D-AB99-0352-E25B-03EA3262B6EA}"/>
                    </a:ext>
                  </a:extLst>
                </p14:cNvPr>
                <p14:cNvContentPartPr/>
                <p14:nvPr/>
              </p14:nvContentPartPr>
              <p14:xfrm>
                <a:off x="3762240" y="2552520"/>
                <a:ext cx="46080" cy="83880"/>
              </p14:xfrm>
            </p:contentPart>
          </mc:Choice>
          <mc:Fallback xmlns="">
            <p:pic>
              <p:nvPicPr>
                <p:cNvPr id="1035" name="インク 1034">
                  <a:extLst>
                    <a:ext uri="{FF2B5EF4-FFF2-40B4-BE49-F238E27FC236}">
                      <a16:creationId xmlns:a16="http://schemas.microsoft.com/office/drawing/2014/main" id="{A26AC80D-AB99-0352-E25B-03EA3262B6E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53240" y="2543880"/>
                  <a:ext cx="63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037" name="インク 1036">
                  <a:extLst>
                    <a:ext uri="{FF2B5EF4-FFF2-40B4-BE49-F238E27FC236}">
                      <a16:creationId xmlns:a16="http://schemas.microsoft.com/office/drawing/2014/main" id="{A24B4D63-DC8A-B171-399B-72CAF7284F70}"/>
                    </a:ext>
                  </a:extLst>
                </p14:cNvPr>
                <p14:cNvContentPartPr/>
                <p14:nvPr/>
              </p14:nvContentPartPr>
              <p14:xfrm>
                <a:off x="3729120" y="2583120"/>
                <a:ext cx="54360" cy="109800"/>
              </p14:xfrm>
            </p:contentPart>
          </mc:Choice>
          <mc:Fallback xmlns="">
            <p:pic>
              <p:nvPicPr>
                <p:cNvPr id="1037" name="インク 1036">
                  <a:extLst>
                    <a:ext uri="{FF2B5EF4-FFF2-40B4-BE49-F238E27FC236}">
                      <a16:creationId xmlns:a16="http://schemas.microsoft.com/office/drawing/2014/main" id="{A24B4D63-DC8A-B171-399B-72CAF7284F7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20120" y="2574120"/>
                  <a:ext cx="72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040" name="インク 1039">
                  <a:extLst>
                    <a:ext uri="{FF2B5EF4-FFF2-40B4-BE49-F238E27FC236}">
                      <a16:creationId xmlns:a16="http://schemas.microsoft.com/office/drawing/2014/main" id="{1A1667C8-257D-8CF2-2ADF-7D5165796FFE}"/>
                    </a:ext>
                  </a:extLst>
                </p14:cNvPr>
                <p14:cNvContentPartPr/>
                <p14:nvPr/>
              </p14:nvContentPartPr>
              <p14:xfrm>
                <a:off x="3722280" y="2647200"/>
                <a:ext cx="81360" cy="48600"/>
              </p14:xfrm>
            </p:contentPart>
          </mc:Choice>
          <mc:Fallback xmlns="">
            <p:pic>
              <p:nvPicPr>
                <p:cNvPr id="1040" name="インク 1039">
                  <a:extLst>
                    <a:ext uri="{FF2B5EF4-FFF2-40B4-BE49-F238E27FC236}">
                      <a16:creationId xmlns:a16="http://schemas.microsoft.com/office/drawing/2014/main" id="{1A1667C8-257D-8CF2-2ADF-7D5165796FF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13280" y="2638200"/>
                  <a:ext cx="99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1043" name="インク 1042">
                  <a:extLst>
                    <a:ext uri="{FF2B5EF4-FFF2-40B4-BE49-F238E27FC236}">
                      <a16:creationId xmlns:a16="http://schemas.microsoft.com/office/drawing/2014/main" id="{5FEAB732-A609-D737-B250-9377A3E577A2}"/>
                    </a:ext>
                  </a:extLst>
                </p14:cNvPr>
                <p14:cNvContentPartPr/>
                <p14:nvPr/>
              </p14:nvContentPartPr>
              <p14:xfrm>
                <a:off x="3784920" y="2579160"/>
                <a:ext cx="28800" cy="59760"/>
              </p14:xfrm>
            </p:contentPart>
          </mc:Choice>
          <mc:Fallback xmlns="">
            <p:pic>
              <p:nvPicPr>
                <p:cNvPr id="1043" name="インク 1042">
                  <a:extLst>
                    <a:ext uri="{FF2B5EF4-FFF2-40B4-BE49-F238E27FC236}">
                      <a16:creationId xmlns:a16="http://schemas.microsoft.com/office/drawing/2014/main" id="{5FEAB732-A609-D737-B250-9377A3E577A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76280" y="2570520"/>
                  <a:ext cx="46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1045" name="インク 1044">
                  <a:extLst>
                    <a:ext uri="{FF2B5EF4-FFF2-40B4-BE49-F238E27FC236}">
                      <a16:creationId xmlns:a16="http://schemas.microsoft.com/office/drawing/2014/main" id="{8550FC7D-06E4-F03B-100E-802A21C8EC31}"/>
                    </a:ext>
                  </a:extLst>
                </p14:cNvPr>
                <p14:cNvContentPartPr/>
                <p14:nvPr/>
              </p14:nvContentPartPr>
              <p14:xfrm>
                <a:off x="3802920" y="2579160"/>
                <a:ext cx="16560" cy="56160"/>
              </p14:xfrm>
            </p:contentPart>
          </mc:Choice>
          <mc:Fallback xmlns="">
            <p:pic>
              <p:nvPicPr>
                <p:cNvPr id="1045" name="インク 1044">
                  <a:extLst>
                    <a:ext uri="{FF2B5EF4-FFF2-40B4-BE49-F238E27FC236}">
                      <a16:creationId xmlns:a16="http://schemas.microsoft.com/office/drawing/2014/main" id="{8550FC7D-06E4-F03B-100E-802A21C8EC3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94280" y="2570520"/>
                  <a:ext cx="34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">
              <p14:nvContentPartPr>
                <p14:cNvPr id="1047" name="インク 1046">
                  <a:extLst>
                    <a:ext uri="{FF2B5EF4-FFF2-40B4-BE49-F238E27FC236}">
                      <a16:creationId xmlns:a16="http://schemas.microsoft.com/office/drawing/2014/main" id="{1D01F27D-29AC-4263-F259-5D986D2A0BD0}"/>
                    </a:ext>
                  </a:extLst>
                </p14:cNvPr>
                <p14:cNvContentPartPr/>
                <p14:nvPr/>
              </p14:nvContentPartPr>
              <p14:xfrm>
                <a:off x="3807960" y="2546760"/>
                <a:ext cx="13680" cy="33480"/>
              </p14:xfrm>
            </p:contentPart>
          </mc:Choice>
          <mc:Fallback xmlns="">
            <p:pic>
              <p:nvPicPr>
                <p:cNvPr id="1047" name="インク 1046">
                  <a:extLst>
                    <a:ext uri="{FF2B5EF4-FFF2-40B4-BE49-F238E27FC236}">
                      <a16:creationId xmlns:a16="http://schemas.microsoft.com/office/drawing/2014/main" id="{1D01F27D-29AC-4263-F259-5D986D2A0BD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98960" y="2537760"/>
                  <a:ext cx="31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">
              <p14:nvContentPartPr>
                <p14:cNvPr id="1048" name="インク 1047">
                  <a:extLst>
                    <a:ext uri="{FF2B5EF4-FFF2-40B4-BE49-F238E27FC236}">
                      <a16:creationId xmlns:a16="http://schemas.microsoft.com/office/drawing/2014/main" id="{091AAA66-624F-18C4-9D87-010BBDF7E8E9}"/>
                    </a:ext>
                  </a:extLst>
                </p14:cNvPr>
                <p14:cNvContentPartPr/>
                <p14:nvPr/>
              </p14:nvContentPartPr>
              <p14:xfrm>
                <a:off x="3819480" y="2544960"/>
                <a:ext cx="6120" cy="26640"/>
              </p14:xfrm>
            </p:contentPart>
          </mc:Choice>
          <mc:Fallback xmlns="">
            <p:pic>
              <p:nvPicPr>
                <p:cNvPr id="1048" name="インク 1047">
                  <a:extLst>
                    <a:ext uri="{FF2B5EF4-FFF2-40B4-BE49-F238E27FC236}">
                      <a16:creationId xmlns:a16="http://schemas.microsoft.com/office/drawing/2014/main" id="{091AAA66-624F-18C4-9D87-010BBDF7E8E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10480" y="2535960"/>
                  <a:ext cx="23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9">
              <p14:nvContentPartPr>
                <p14:cNvPr id="1051" name="インク 1050">
                  <a:extLst>
                    <a:ext uri="{FF2B5EF4-FFF2-40B4-BE49-F238E27FC236}">
                      <a16:creationId xmlns:a16="http://schemas.microsoft.com/office/drawing/2014/main" id="{CD70ACEA-1F0B-C601-CC57-760D1A115449}"/>
                    </a:ext>
                  </a:extLst>
                </p14:cNvPr>
                <p14:cNvContentPartPr/>
                <p14:nvPr/>
              </p14:nvContentPartPr>
              <p14:xfrm>
                <a:off x="3822360" y="2546760"/>
                <a:ext cx="3240" cy="33120"/>
              </p14:xfrm>
            </p:contentPart>
          </mc:Choice>
          <mc:Fallback xmlns="">
            <p:pic>
              <p:nvPicPr>
                <p:cNvPr id="1051" name="インク 1050">
                  <a:extLst>
                    <a:ext uri="{FF2B5EF4-FFF2-40B4-BE49-F238E27FC236}">
                      <a16:creationId xmlns:a16="http://schemas.microsoft.com/office/drawing/2014/main" id="{CD70ACEA-1F0B-C601-CC57-760D1A11544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13360" y="2538120"/>
                  <a:ext cx="20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1">
              <p14:nvContentPartPr>
                <p14:cNvPr id="1052" name="インク 1051">
                  <a:extLst>
                    <a:ext uri="{FF2B5EF4-FFF2-40B4-BE49-F238E27FC236}">
                      <a16:creationId xmlns:a16="http://schemas.microsoft.com/office/drawing/2014/main" id="{0528E8A8-C811-CBC8-7422-5B1A25666DDF}"/>
                    </a:ext>
                  </a:extLst>
                </p14:cNvPr>
                <p14:cNvContentPartPr/>
                <p14:nvPr/>
              </p14:nvContentPartPr>
              <p14:xfrm>
                <a:off x="3825240" y="2561880"/>
                <a:ext cx="360" cy="19080"/>
              </p14:xfrm>
            </p:contentPart>
          </mc:Choice>
          <mc:Fallback xmlns="">
            <p:pic>
              <p:nvPicPr>
                <p:cNvPr id="1052" name="インク 1051">
                  <a:extLst>
                    <a:ext uri="{FF2B5EF4-FFF2-40B4-BE49-F238E27FC236}">
                      <a16:creationId xmlns:a16="http://schemas.microsoft.com/office/drawing/2014/main" id="{0528E8A8-C811-CBC8-7422-5B1A25666DD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16240" y="2553240"/>
                  <a:ext cx="1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1054" name="インク 1053">
                  <a:extLst>
                    <a:ext uri="{FF2B5EF4-FFF2-40B4-BE49-F238E27FC236}">
                      <a16:creationId xmlns:a16="http://schemas.microsoft.com/office/drawing/2014/main" id="{605682D7-756B-D17E-AFEA-3B09515015EE}"/>
                    </a:ext>
                  </a:extLst>
                </p14:cNvPr>
                <p14:cNvContentPartPr/>
                <p14:nvPr/>
              </p14:nvContentPartPr>
              <p14:xfrm>
                <a:off x="3818760" y="2548560"/>
                <a:ext cx="10440" cy="45360"/>
              </p14:xfrm>
            </p:contentPart>
          </mc:Choice>
          <mc:Fallback xmlns="">
            <p:pic>
              <p:nvPicPr>
                <p:cNvPr id="1054" name="インク 1053">
                  <a:extLst>
                    <a:ext uri="{FF2B5EF4-FFF2-40B4-BE49-F238E27FC236}">
                      <a16:creationId xmlns:a16="http://schemas.microsoft.com/office/drawing/2014/main" id="{605682D7-756B-D17E-AFEA-3B09515015E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10120" y="2539920"/>
                  <a:ext cx="28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1055" name="インク 1054">
                  <a:extLst>
                    <a:ext uri="{FF2B5EF4-FFF2-40B4-BE49-F238E27FC236}">
                      <a16:creationId xmlns:a16="http://schemas.microsoft.com/office/drawing/2014/main" id="{59D35AF9-1322-0050-BB45-D3C18C1FBFE5}"/>
                    </a:ext>
                  </a:extLst>
                </p14:cNvPr>
                <p14:cNvContentPartPr/>
                <p14:nvPr/>
              </p14:nvContentPartPr>
              <p14:xfrm>
                <a:off x="3809040" y="2579160"/>
                <a:ext cx="14400" cy="31320"/>
              </p14:xfrm>
            </p:contentPart>
          </mc:Choice>
          <mc:Fallback xmlns="">
            <p:pic>
              <p:nvPicPr>
                <p:cNvPr id="1055" name="インク 1054">
                  <a:extLst>
                    <a:ext uri="{FF2B5EF4-FFF2-40B4-BE49-F238E27FC236}">
                      <a16:creationId xmlns:a16="http://schemas.microsoft.com/office/drawing/2014/main" id="{59D35AF9-1322-0050-BB45-D3C18C1FBFE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00040" y="2570520"/>
                  <a:ext cx="320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1059" name="インク 1058">
                  <a:extLst>
                    <a:ext uri="{FF2B5EF4-FFF2-40B4-BE49-F238E27FC236}">
                      <a16:creationId xmlns:a16="http://schemas.microsoft.com/office/drawing/2014/main" id="{CD04E214-C123-7464-9EB7-3060BC3F2D63}"/>
                    </a:ext>
                  </a:extLst>
                </p14:cNvPr>
                <p14:cNvContentPartPr/>
                <p14:nvPr/>
              </p14:nvContentPartPr>
              <p14:xfrm>
                <a:off x="3785640" y="2565840"/>
                <a:ext cx="16920" cy="46440"/>
              </p14:xfrm>
            </p:contentPart>
          </mc:Choice>
          <mc:Fallback xmlns="">
            <p:pic>
              <p:nvPicPr>
                <p:cNvPr id="1059" name="インク 1058">
                  <a:extLst>
                    <a:ext uri="{FF2B5EF4-FFF2-40B4-BE49-F238E27FC236}">
                      <a16:creationId xmlns:a16="http://schemas.microsoft.com/office/drawing/2014/main" id="{CD04E214-C123-7464-9EB7-3060BC3F2D6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77000" y="2557200"/>
                  <a:ext cx="34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">
              <p14:nvContentPartPr>
                <p14:cNvPr id="1065" name="インク 1064">
                  <a:extLst>
                    <a:ext uri="{FF2B5EF4-FFF2-40B4-BE49-F238E27FC236}">
                      <a16:creationId xmlns:a16="http://schemas.microsoft.com/office/drawing/2014/main" id="{B272FED2-8A4E-B28F-6E18-19050336427D}"/>
                    </a:ext>
                  </a:extLst>
                </p14:cNvPr>
                <p14:cNvContentPartPr/>
                <p14:nvPr/>
              </p14:nvContentPartPr>
              <p14:xfrm>
                <a:off x="3714615" y="2746920"/>
                <a:ext cx="4320" cy="77400"/>
              </p14:xfrm>
            </p:contentPart>
          </mc:Choice>
          <mc:Fallback xmlns="">
            <p:pic>
              <p:nvPicPr>
                <p:cNvPr id="1065" name="インク 1064">
                  <a:extLst>
                    <a:ext uri="{FF2B5EF4-FFF2-40B4-BE49-F238E27FC236}">
                      <a16:creationId xmlns:a16="http://schemas.microsoft.com/office/drawing/2014/main" id="{B272FED2-8A4E-B28F-6E18-19050336427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05615" y="2737920"/>
                  <a:ext cx="21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">
              <p14:nvContentPartPr>
                <p14:cNvPr id="1066" name="インク 1065">
                  <a:extLst>
                    <a:ext uri="{FF2B5EF4-FFF2-40B4-BE49-F238E27FC236}">
                      <a16:creationId xmlns:a16="http://schemas.microsoft.com/office/drawing/2014/main" id="{36F5F821-E43B-1240-55A6-B787664A986F}"/>
                    </a:ext>
                  </a:extLst>
                </p14:cNvPr>
                <p14:cNvContentPartPr/>
                <p14:nvPr/>
              </p14:nvContentPartPr>
              <p14:xfrm>
                <a:off x="3718215" y="2740800"/>
                <a:ext cx="38160" cy="84240"/>
              </p14:xfrm>
            </p:contentPart>
          </mc:Choice>
          <mc:Fallback xmlns="">
            <p:pic>
              <p:nvPicPr>
                <p:cNvPr id="1066" name="インク 1065">
                  <a:extLst>
                    <a:ext uri="{FF2B5EF4-FFF2-40B4-BE49-F238E27FC236}">
                      <a16:creationId xmlns:a16="http://schemas.microsoft.com/office/drawing/2014/main" id="{36F5F821-E43B-1240-55A6-B787664A986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09575" y="2732160"/>
                  <a:ext cx="55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3">
              <p14:nvContentPartPr>
                <p14:cNvPr id="1067" name="インク 1066">
                  <a:extLst>
                    <a:ext uri="{FF2B5EF4-FFF2-40B4-BE49-F238E27FC236}">
                      <a16:creationId xmlns:a16="http://schemas.microsoft.com/office/drawing/2014/main" id="{DE7EC7C6-76E8-0911-38FD-8F03BD278A1C}"/>
                    </a:ext>
                  </a:extLst>
                </p14:cNvPr>
                <p14:cNvContentPartPr/>
                <p14:nvPr/>
              </p14:nvContentPartPr>
              <p14:xfrm>
                <a:off x="3733695" y="2741880"/>
                <a:ext cx="14040" cy="18720"/>
              </p14:xfrm>
            </p:contentPart>
          </mc:Choice>
          <mc:Fallback xmlns="">
            <p:pic>
              <p:nvPicPr>
                <p:cNvPr id="1067" name="インク 1066">
                  <a:extLst>
                    <a:ext uri="{FF2B5EF4-FFF2-40B4-BE49-F238E27FC236}">
                      <a16:creationId xmlns:a16="http://schemas.microsoft.com/office/drawing/2014/main" id="{DE7EC7C6-76E8-0911-38FD-8F03BD278A1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24695" y="2733240"/>
                  <a:ext cx="31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5">
              <p14:nvContentPartPr>
                <p14:cNvPr id="1068" name="インク 1067">
                  <a:extLst>
                    <a:ext uri="{FF2B5EF4-FFF2-40B4-BE49-F238E27FC236}">
                      <a16:creationId xmlns:a16="http://schemas.microsoft.com/office/drawing/2014/main" id="{BAA8033D-B961-D2BE-523B-BB3F491FCC94}"/>
                    </a:ext>
                  </a:extLst>
                </p14:cNvPr>
                <p14:cNvContentPartPr/>
                <p14:nvPr/>
              </p14:nvContentPartPr>
              <p14:xfrm>
                <a:off x="3735495" y="2740800"/>
                <a:ext cx="7920" cy="8280"/>
              </p14:xfrm>
            </p:contentPart>
          </mc:Choice>
          <mc:Fallback xmlns="">
            <p:pic>
              <p:nvPicPr>
                <p:cNvPr id="1068" name="インク 1067">
                  <a:extLst>
                    <a:ext uri="{FF2B5EF4-FFF2-40B4-BE49-F238E27FC236}">
                      <a16:creationId xmlns:a16="http://schemas.microsoft.com/office/drawing/2014/main" id="{BAA8033D-B961-D2BE-523B-BB3F491FCC9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726855" y="2731800"/>
                  <a:ext cx="25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7">
              <p14:nvContentPartPr>
                <p14:cNvPr id="1069" name="インク 1068">
                  <a:extLst>
                    <a:ext uri="{FF2B5EF4-FFF2-40B4-BE49-F238E27FC236}">
                      <a16:creationId xmlns:a16="http://schemas.microsoft.com/office/drawing/2014/main" id="{9BB19809-9D52-2685-8DB2-F126E60BE4FD}"/>
                    </a:ext>
                  </a:extLst>
                </p14:cNvPr>
                <p14:cNvContentPartPr/>
                <p14:nvPr/>
              </p14:nvContentPartPr>
              <p14:xfrm>
                <a:off x="3733695" y="2732880"/>
                <a:ext cx="23040" cy="12600"/>
              </p14:xfrm>
            </p:contentPart>
          </mc:Choice>
          <mc:Fallback xmlns="">
            <p:pic>
              <p:nvPicPr>
                <p:cNvPr id="1069" name="インク 1068">
                  <a:extLst>
                    <a:ext uri="{FF2B5EF4-FFF2-40B4-BE49-F238E27FC236}">
                      <a16:creationId xmlns:a16="http://schemas.microsoft.com/office/drawing/2014/main" id="{9BB19809-9D52-2685-8DB2-F126E60BE4F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24695" y="2723880"/>
                  <a:ext cx="40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9">
              <p14:nvContentPartPr>
                <p14:cNvPr id="1070" name="インク 1069">
                  <a:extLst>
                    <a:ext uri="{FF2B5EF4-FFF2-40B4-BE49-F238E27FC236}">
                      <a16:creationId xmlns:a16="http://schemas.microsoft.com/office/drawing/2014/main" id="{38E3FE2D-6929-DF40-3679-DF7EF88E28DA}"/>
                    </a:ext>
                  </a:extLst>
                </p14:cNvPr>
                <p14:cNvContentPartPr/>
                <p14:nvPr/>
              </p14:nvContentPartPr>
              <p14:xfrm>
                <a:off x="3748815" y="2729280"/>
                <a:ext cx="15480" cy="14040"/>
              </p14:xfrm>
            </p:contentPart>
          </mc:Choice>
          <mc:Fallback xmlns="">
            <p:pic>
              <p:nvPicPr>
                <p:cNvPr id="1070" name="インク 1069">
                  <a:extLst>
                    <a:ext uri="{FF2B5EF4-FFF2-40B4-BE49-F238E27FC236}">
                      <a16:creationId xmlns:a16="http://schemas.microsoft.com/office/drawing/2014/main" id="{38E3FE2D-6929-DF40-3679-DF7EF88E28D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40175" y="2720640"/>
                  <a:ext cx="33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1">
              <p14:nvContentPartPr>
                <p14:cNvPr id="1071" name="インク 1070">
                  <a:extLst>
                    <a:ext uri="{FF2B5EF4-FFF2-40B4-BE49-F238E27FC236}">
                      <a16:creationId xmlns:a16="http://schemas.microsoft.com/office/drawing/2014/main" id="{FCBFF3DA-661F-6119-82E7-1647DF37386A}"/>
                    </a:ext>
                  </a:extLst>
                </p14:cNvPr>
                <p14:cNvContentPartPr/>
                <p14:nvPr/>
              </p14:nvContentPartPr>
              <p14:xfrm>
                <a:off x="3731895" y="2727120"/>
                <a:ext cx="35640" cy="21960"/>
              </p14:xfrm>
            </p:contentPart>
          </mc:Choice>
          <mc:Fallback xmlns="">
            <p:pic>
              <p:nvPicPr>
                <p:cNvPr id="1071" name="インク 1070">
                  <a:extLst>
                    <a:ext uri="{FF2B5EF4-FFF2-40B4-BE49-F238E27FC236}">
                      <a16:creationId xmlns:a16="http://schemas.microsoft.com/office/drawing/2014/main" id="{FCBFF3DA-661F-6119-82E7-1647DF37386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722895" y="2718120"/>
                  <a:ext cx="53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3">
              <p14:nvContentPartPr>
                <p14:cNvPr id="1072" name="インク 1071">
                  <a:extLst>
                    <a:ext uri="{FF2B5EF4-FFF2-40B4-BE49-F238E27FC236}">
                      <a16:creationId xmlns:a16="http://schemas.microsoft.com/office/drawing/2014/main" id="{621B5FF8-1864-B282-6E98-8C5DA9B996AA}"/>
                    </a:ext>
                  </a:extLst>
                </p14:cNvPr>
                <p14:cNvContentPartPr/>
                <p14:nvPr/>
              </p14:nvContentPartPr>
              <p14:xfrm>
                <a:off x="3747015" y="2719560"/>
                <a:ext cx="22680" cy="18000"/>
              </p14:xfrm>
            </p:contentPart>
          </mc:Choice>
          <mc:Fallback xmlns="">
            <p:pic>
              <p:nvPicPr>
                <p:cNvPr id="1072" name="インク 1071">
                  <a:extLst>
                    <a:ext uri="{FF2B5EF4-FFF2-40B4-BE49-F238E27FC236}">
                      <a16:creationId xmlns:a16="http://schemas.microsoft.com/office/drawing/2014/main" id="{621B5FF8-1864-B282-6E98-8C5DA9B996A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38015" y="2710920"/>
                  <a:ext cx="40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5">
              <p14:nvContentPartPr>
                <p14:cNvPr id="1073" name="インク 1072">
                  <a:extLst>
                    <a:ext uri="{FF2B5EF4-FFF2-40B4-BE49-F238E27FC236}">
                      <a16:creationId xmlns:a16="http://schemas.microsoft.com/office/drawing/2014/main" id="{DDA31346-F911-C562-AAE6-41F2EA4125C7}"/>
                    </a:ext>
                  </a:extLst>
                </p14:cNvPr>
                <p14:cNvContentPartPr/>
                <p14:nvPr/>
              </p14:nvContentPartPr>
              <p14:xfrm>
                <a:off x="3763935" y="2711640"/>
                <a:ext cx="14400" cy="18360"/>
              </p14:xfrm>
            </p:contentPart>
          </mc:Choice>
          <mc:Fallback xmlns="">
            <p:pic>
              <p:nvPicPr>
                <p:cNvPr id="1073" name="インク 1072">
                  <a:extLst>
                    <a:ext uri="{FF2B5EF4-FFF2-40B4-BE49-F238E27FC236}">
                      <a16:creationId xmlns:a16="http://schemas.microsoft.com/office/drawing/2014/main" id="{DDA31346-F911-C562-AAE6-41F2EA4125C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55295" y="2702640"/>
                  <a:ext cx="32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7">
              <p14:nvContentPartPr>
                <p14:cNvPr id="1074" name="インク 1073">
                  <a:extLst>
                    <a:ext uri="{FF2B5EF4-FFF2-40B4-BE49-F238E27FC236}">
                      <a16:creationId xmlns:a16="http://schemas.microsoft.com/office/drawing/2014/main" id="{0F55CFA6-BFA5-6E89-8B20-16F1F9188867}"/>
                    </a:ext>
                  </a:extLst>
                </p14:cNvPr>
                <p14:cNvContentPartPr/>
                <p14:nvPr/>
              </p14:nvContentPartPr>
              <p14:xfrm>
                <a:off x="3777615" y="2707680"/>
                <a:ext cx="4680" cy="9000"/>
              </p14:xfrm>
            </p:contentPart>
          </mc:Choice>
          <mc:Fallback xmlns="">
            <p:pic>
              <p:nvPicPr>
                <p:cNvPr id="1074" name="インク 1073">
                  <a:extLst>
                    <a:ext uri="{FF2B5EF4-FFF2-40B4-BE49-F238E27FC236}">
                      <a16:creationId xmlns:a16="http://schemas.microsoft.com/office/drawing/2014/main" id="{0F55CFA6-BFA5-6E89-8B20-16F1F918886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768615" y="2698680"/>
                  <a:ext cx="22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9">
              <p14:nvContentPartPr>
                <p14:cNvPr id="1076" name="インク 1075">
                  <a:extLst>
                    <a:ext uri="{FF2B5EF4-FFF2-40B4-BE49-F238E27FC236}">
                      <a16:creationId xmlns:a16="http://schemas.microsoft.com/office/drawing/2014/main" id="{F52B6206-5565-1ABC-47D9-DCFDF28DD24E}"/>
                    </a:ext>
                  </a:extLst>
                </p14:cNvPr>
                <p14:cNvContentPartPr/>
                <p14:nvPr/>
              </p14:nvContentPartPr>
              <p14:xfrm>
                <a:off x="3785175" y="2701200"/>
                <a:ext cx="360" cy="360"/>
              </p14:xfrm>
            </p:contentPart>
          </mc:Choice>
          <mc:Fallback xmlns="">
            <p:pic>
              <p:nvPicPr>
                <p:cNvPr id="1076" name="インク 1075">
                  <a:extLst>
                    <a:ext uri="{FF2B5EF4-FFF2-40B4-BE49-F238E27FC236}">
                      <a16:creationId xmlns:a16="http://schemas.microsoft.com/office/drawing/2014/main" id="{F52B6206-5565-1ABC-47D9-DCFDF28DD24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76175" y="26922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1">
            <p14:nvContentPartPr>
              <p14:cNvPr id="1079" name="インク 1078">
                <a:extLst>
                  <a:ext uri="{FF2B5EF4-FFF2-40B4-BE49-F238E27FC236}">
                    <a16:creationId xmlns:a16="http://schemas.microsoft.com/office/drawing/2014/main" id="{640DBD5C-50F4-A93E-242B-CF7464F0CD87}"/>
                  </a:ext>
                </a:extLst>
              </p14:cNvPr>
              <p14:cNvContentPartPr/>
              <p14:nvPr/>
            </p14:nvContentPartPr>
            <p14:xfrm>
              <a:off x="4713759" y="4500309"/>
              <a:ext cx="118440" cy="100800"/>
            </p14:xfrm>
          </p:contentPart>
        </mc:Choice>
        <mc:Fallback xmlns="">
          <p:pic>
            <p:nvPicPr>
              <p:cNvPr id="1079" name="インク 1078">
                <a:extLst>
                  <a:ext uri="{FF2B5EF4-FFF2-40B4-BE49-F238E27FC236}">
                    <a16:creationId xmlns:a16="http://schemas.microsoft.com/office/drawing/2014/main" id="{640DBD5C-50F4-A93E-242B-CF7464F0CD8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705119" y="4491669"/>
                <a:ext cx="1360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3">
            <p14:nvContentPartPr>
              <p14:cNvPr id="1080" name="インク 1079">
                <a:extLst>
                  <a:ext uri="{FF2B5EF4-FFF2-40B4-BE49-F238E27FC236}">
                    <a16:creationId xmlns:a16="http://schemas.microsoft.com/office/drawing/2014/main" id="{7B11863F-AD5D-B810-3583-835E01D845DA}"/>
                  </a:ext>
                </a:extLst>
              </p14:cNvPr>
              <p14:cNvContentPartPr/>
              <p14:nvPr/>
            </p14:nvContentPartPr>
            <p14:xfrm>
              <a:off x="4837599" y="4557549"/>
              <a:ext cx="360" cy="1080"/>
            </p14:xfrm>
          </p:contentPart>
        </mc:Choice>
        <mc:Fallback xmlns="">
          <p:pic>
            <p:nvPicPr>
              <p:cNvPr id="1080" name="インク 1079">
                <a:extLst>
                  <a:ext uri="{FF2B5EF4-FFF2-40B4-BE49-F238E27FC236}">
                    <a16:creationId xmlns:a16="http://schemas.microsoft.com/office/drawing/2014/main" id="{7B11863F-AD5D-B810-3583-835E01D845D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828599" y="4548909"/>
                <a:ext cx="180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5">
            <p14:nvContentPartPr>
              <p14:cNvPr id="1085" name="インク 1084">
                <a:extLst>
                  <a:ext uri="{FF2B5EF4-FFF2-40B4-BE49-F238E27FC236}">
                    <a16:creationId xmlns:a16="http://schemas.microsoft.com/office/drawing/2014/main" id="{0C65E79D-F2C9-7D8C-7C4B-4E0A3D101C7F}"/>
                  </a:ext>
                </a:extLst>
              </p14:cNvPr>
              <p14:cNvContentPartPr/>
              <p14:nvPr/>
            </p14:nvContentPartPr>
            <p14:xfrm>
              <a:off x="4732119" y="4467189"/>
              <a:ext cx="111240" cy="55800"/>
            </p14:xfrm>
          </p:contentPart>
        </mc:Choice>
        <mc:Fallback xmlns="">
          <p:pic>
            <p:nvPicPr>
              <p:cNvPr id="1085" name="インク 1084">
                <a:extLst>
                  <a:ext uri="{FF2B5EF4-FFF2-40B4-BE49-F238E27FC236}">
                    <a16:creationId xmlns:a16="http://schemas.microsoft.com/office/drawing/2014/main" id="{0C65E79D-F2C9-7D8C-7C4B-4E0A3D101C7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723119" y="4458189"/>
                <a:ext cx="12888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7">
            <p14:nvContentPartPr>
              <p14:cNvPr id="1086" name="インク 1085">
                <a:extLst>
                  <a:ext uri="{FF2B5EF4-FFF2-40B4-BE49-F238E27FC236}">
                    <a16:creationId xmlns:a16="http://schemas.microsoft.com/office/drawing/2014/main" id="{9CF672BD-EFAF-99B5-F199-4C4781B8AAF2}"/>
                  </a:ext>
                </a:extLst>
              </p14:cNvPr>
              <p14:cNvContentPartPr/>
              <p14:nvPr/>
            </p14:nvContentPartPr>
            <p14:xfrm>
              <a:off x="4736799" y="4433709"/>
              <a:ext cx="82440" cy="64440"/>
            </p14:xfrm>
          </p:contentPart>
        </mc:Choice>
        <mc:Fallback xmlns="">
          <p:pic>
            <p:nvPicPr>
              <p:cNvPr id="1086" name="インク 1085">
                <a:extLst>
                  <a:ext uri="{FF2B5EF4-FFF2-40B4-BE49-F238E27FC236}">
                    <a16:creationId xmlns:a16="http://schemas.microsoft.com/office/drawing/2014/main" id="{9CF672BD-EFAF-99B5-F199-4C4781B8AAF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727799" y="4424709"/>
                <a:ext cx="1000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9">
            <p14:nvContentPartPr>
              <p14:cNvPr id="1089" name="インク 1088">
                <a:extLst>
                  <a:ext uri="{FF2B5EF4-FFF2-40B4-BE49-F238E27FC236}">
                    <a16:creationId xmlns:a16="http://schemas.microsoft.com/office/drawing/2014/main" id="{5597FE40-3866-68E9-F729-F9AE6AA44747}"/>
                  </a:ext>
                </a:extLst>
              </p14:cNvPr>
              <p14:cNvContentPartPr/>
              <p14:nvPr/>
            </p14:nvContentPartPr>
            <p14:xfrm>
              <a:off x="4738599" y="4422189"/>
              <a:ext cx="360" cy="360"/>
            </p14:xfrm>
          </p:contentPart>
        </mc:Choice>
        <mc:Fallback xmlns="">
          <p:pic>
            <p:nvPicPr>
              <p:cNvPr id="1089" name="インク 1088">
                <a:extLst>
                  <a:ext uri="{FF2B5EF4-FFF2-40B4-BE49-F238E27FC236}">
                    <a16:creationId xmlns:a16="http://schemas.microsoft.com/office/drawing/2014/main" id="{5597FE40-3866-68E9-F729-F9AE6AA4474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729599" y="441354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1">
            <p14:nvContentPartPr>
              <p14:cNvPr id="1090" name="インク 1089">
                <a:extLst>
                  <a:ext uri="{FF2B5EF4-FFF2-40B4-BE49-F238E27FC236}">
                    <a16:creationId xmlns:a16="http://schemas.microsoft.com/office/drawing/2014/main" id="{A045724B-DF1C-424D-8C82-AB7D8D7E840D}"/>
                  </a:ext>
                </a:extLst>
              </p14:cNvPr>
              <p14:cNvContentPartPr/>
              <p14:nvPr/>
            </p14:nvContentPartPr>
            <p14:xfrm>
              <a:off x="4744359" y="4427949"/>
              <a:ext cx="107280" cy="101160"/>
            </p14:xfrm>
          </p:contentPart>
        </mc:Choice>
        <mc:Fallback xmlns="">
          <p:pic>
            <p:nvPicPr>
              <p:cNvPr id="1090" name="インク 1089">
                <a:extLst>
                  <a:ext uri="{FF2B5EF4-FFF2-40B4-BE49-F238E27FC236}">
                    <a16:creationId xmlns:a16="http://schemas.microsoft.com/office/drawing/2014/main" id="{A045724B-DF1C-424D-8C82-AB7D8D7E840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735359" y="4419309"/>
                <a:ext cx="1249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3">
            <p14:nvContentPartPr>
              <p14:cNvPr id="1093" name="インク 1092">
                <a:extLst>
                  <a:ext uri="{FF2B5EF4-FFF2-40B4-BE49-F238E27FC236}">
                    <a16:creationId xmlns:a16="http://schemas.microsoft.com/office/drawing/2014/main" id="{3FF48D55-6349-6625-4870-587146B73CED}"/>
                  </a:ext>
                </a:extLst>
              </p14:cNvPr>
              <p14:cNvContentPartPr/>
              <p14:nvPr/>
            </p14:nvContentPartPr>
            <p14:xfrm>
              <a:off x="4748319" y="4359189"/>
              <a:ext cx="110520" cy="78840"/>
            </p14:xfrm>
          </p:contentPart>
        </mc:Choice>
        <mc:Fallback xmlns="">
          <p:pic>
            <p:nvPicPr>
              <p:cNvPr id="1093" name="インク 1092">
                <a:extLst>
                  <a:ext uri="{FF2B5EF4-FFF2-40B4-BE49-F238E27FC236}">
                    <a16:creationId xmlns:a16="http://schemas.microsoft.com/office/drawing/2014/main" id="{3FF48D55-6349-6625-4870-587146B73CE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739679" y="4350189"/>
                <a:ext cx="128160" cy="9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0" name="グループ化 1099">
            <a:extLst>
              <a:ext uri="{FF2B5EF4-FFF2-40B4-BE49-F238E27FC236}">
                <a16:creationId xmlns:a16="http://schemas.microsoft.com/office/drawing/2014/main" id="{41730620-CA2F-F21D-A3CB-42A00F3DDF18}"/>
              </a:ext>
            </a:extLst>
          </p:cNvPr>
          <p:cNvGrpSpPr/>
          <p:nvPr/>
        </p:nvGrpSpPr>
        <p:grpSpPr>
          <a:xfrm>
            <a:off x="4751919" y="4349829"/>
            <a:ext cx="114480" cy="97920"/>
            <a:chOff x="4756665" y="4398360"/>
            <a:chExt cx="114480" cy="97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5">
              <p14:nvContentPartPr>
                <p14:cNvPr id="1095" name="インク 1094">
                  <a:extLst>
                    <a:ext uri="{FF2B5EF4-FFF2-40B4-BE49-F238E27FC236}">
                      <a16:creationId xmlns:a16="http://schemas.microsoft.com/office/drawing/2014/main" id="{4B4D6ADD-9451-0A35-F1A1-6562F9B6BF9D}"/>
                    </a:ext>
                  </a:extLst>
                </p14:cNvPr>
                <p14:cNvContentPartPr/>
                <p14:nvPr/>
              </p14:nvContentPartPr>
              <p14:xfrm>
                <a:off x="4756665" y="4398360"/>
                <a:ext cx="360" cy="360"/>
              </p14:xfrm>
            </p:contentPart>
          </mc:Choice>
          <mc:Fallback xmlns="">
            <p:pic>
              <p:nvPicPr>
                <p:cNvPr id="1095" name="インク 1094">
                  <a:extLst>
                    <a:ext uri="{FF2B5EF4-FFF2-40B4-BE49-F238E27FC236}">
                      <a16:creationId xmlns:a16="http://schemas.microsoft.com/office/drawing/2014/main" id="{4B4D6ADD-9451-0A35-F1A1-6562F9B6BF9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47665" y="43897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7">
              <p14:nvContentPartPr>
                <p14:cNvPr id="1096" name="インク 1095">
                  <a:extLst>
                    <a:ext uri="{FF2B5EF4-FFF2-40B4-BE49-F238E27FC236}">
                      <a16:creationId xmlns:a16="http://schemas.microsoft.com/office/drawing/2014/main" id="{9CBBC447-16A3-91FD-4920-8292A536AF1F}"/>
                    </a:ext>
                  </a:extLst>
                </p14:cNvPr>
                <p14:cNvContentPartPr/>
                <p14:nvPr/>
              </p14:nvContentPartPr>
              <p14:xfrm>
                <a:off x="4790865" y="4419600"/>
                <a:ext cx="59400" cy="36000"/>
              </p14:xfrm>
            </p:contentPart>
          </mc:Choice>
          <mc:Fallback xmlns="">
            <p:pic>
              <p:nvPicPr>
                <p:cNvPr id="1096" name="インク 1095">
                  <a:extLst>
                    <a:ext uri="{FF2B5EF4-FFF2-40B4-BE49-F238E27FC236}">
                      <a16:creationId xmlns:a16="http://schemas.microsoft.com/office/drawing/2014/main" id="{9CBBC447-16A3-91FD-4920-8292A536AF1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82225" y="4410600"/>
                  <a:ext cx="77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69">
              <p14:nvContentPartPr>
                <p14:cNvPr id="1098" name="インク 1097">
                  <a:extLst>
                    <a:ext uri="{FF2B5EF4-FFF2-40B4-BE49-F238E27FC236}">
                      <a16:creationId xmlns:a16="http://schemas.microsoft.com/office/drawing/2014/main" id="{0C9E66BD-F373-1679-D4B9-285D6E6AA27A}"/>
                    </a:ext>
                  </a:extLst>
                </p14:cNvPr>
                <p14:cNvContentPartPr/>
                <p14:nvPr/>
              </p14:nvContentPartPr>
              <p14:xfrm>
                <a:off x="4809945" y="4423200"/>
                <a:ext cx="23040" cy="18360"/>
              </p14:xfrm>
            </p:contentPart>
          </mc:Choice>
          <mc:Fallback xmlns="">
            <p:pic>
              <p:nvPicPr>
                <p:cNvPr id="1098" name="インク 1097">
                  <a:extLst>
                    <a:ext uri="{FF2B5EF4-FFF2-40B4-BE49-F238E27FC236}">
                      <a16:creationId xmlns:a16="http://schemas.microsoft.com/office/drawing/2014/main" id="{0C9E66BD-F373-1679-D4B9-285D6E6AA27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01305" y="4414560"/>
                  <a:ext cx="40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1">
              <p14:nvContentPartPr>
                <p14:cNvPr id="1099" name="インク 1098">
                  <a:extLst>
                    <a:ext uri="{FF2B5EF4-FFF2-40B4-BE49-F238E27FC236}">
                      <a16:creationId xmlns:a16="http://schemas.microsoft.com/office/drawing/2014/main" id="{8A3A050C-EDB3-AFA2-6C2E-FE725CB3F8DC}"/>
                    </a:ext>
                  </a:extLst>
                </p14:cNvPr>
                <p14:cNvContentPartPr/>
                <p14:nvPr/>
              </p14:nvContentPartPr>
              <p14:xfrm>
                <a:off x="4863225" y="4455600"/>
                <a:ext cx="7920" cy="40680"/>
              </p14:xfrm>
            </p:contentPart>
          </mc:Choice>
          <mc:Fallback xmlns="">
            <p:pic>
              <p:nvPicPr>
                <p:cNvPr id="1099" name="インク 1098">
                  <a:extLst>
                    <a:ext uri="{FF2B5EF4-FFF2-40B4-BE49-F238E27FC236}">
                      <a16:creationId xmlns:a16="http://schemas.microsoft.com/office/drawing/2014/main" id="{8A3A050C-EDB3-AFA2-6C2E-FE725CB3F8D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854225" y="4446960"/>
                  <a:ext cx="2556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3">
            <p14:nvContentPartPr>
              <p14:cNvPr id="1107" name="インク 1106">
                <a:extLst>
                  <a:ext uri="{FF2B5EF4-FFF2-40B4-BE49-F238E27FC236}">
                    <a16:creationId xmlns:a16="http://schemas.microsoft.com/office/drawing/2014/main" id="{9E1E2138-4567-F7E3-3174-4664D53B2E03}"/>
                  </a:ext>
                </a:extLst>
              </p14:cNvPr>
              <p14:cNvContentPartPr/>
              <p14:nvPr/>
            </p14:nvContentPartPr>
            <p14:xfrm>
              <a:off x="2890359" y="4231749"/>
              <a:ext cx="46440" cy="149040"/>
            </p14:xfrm>
          </p:contentPart>
        </mc:Choice>
        <mc:Fallback xmlns="">
          <p:pic>
            <p:nvPicPr>
              <p:cNvPr id="1107" name="インク 1106">
                <a:extLst>
                  <a:ext uri="{FF2B5EF4-FFF2-40B4-BE49-F238E27FC236}">
                    <a16:creationId xmlns:a16="http://schemas.microsoft.com/office/drawing/2014/main" id="{9E1E2138-4567-F7E3-3174-4664D53B2E0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881719" y="4222749"/>
                <a:ext cx="640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5">
            <p14:nvContentPartPr>
              <p14:cNvPr id="1111" name="インク 1110">
                <a:extLst>
                  <a:ext uri="{FF2B5EF4-FFF2-40B4-BE49-F238E27FC236}">
                    <a16:creationId xmlns:a16="http://schemas.microsoft.com/office/drawing/2014/main" id="{252B9B25-A02D-1B85-789E-46FA925D590E}"/>
                  </a:ext>
                </a:extLst>
              </p14:cNvPr>
              <p14:cNvContentPartPr/>
              <p14:nvPr/>
            </p14:nvContentPartPr>
            <p14:xfrm>
              <a:off x="2880999" y="4298709"/>
              <a:ext cx="65520" cy="112320"/>
            </p14:xfrm>
          </p:contentPart>
        </mc:Choice>
        <mc:Fallback xmlns="">
          <p:pic>
            <p:nvPicPr>
              <p:cNvPr id="1111" name="インク 1110">
                <a:extLst>
                  <a:ext uri="{FF2B5EF4-FFF2-40B4-BE49-F238E27FC236}">
                    <a16:creationId xmlns:a16="http://schemas.microsoft.com/office/drawing/2014/main" id="{252B9B25-A02D-1B85-789E-46FA925D590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872359" y="4290069"/>
                <a:ext cx="831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7">
            <p14:nvContentPartPr>
              <p14:cNvPr id="1114" name="インク 1113">
                <a:extLst>
                  <a:ext uri="{FF2B5EF4-FFF2-40B4-BE49-F238E27FC236}">
                    <a16:creationId xmlns:a16="http://schemas.microsoft.com/office/drawing/2014/main" id="{122D4559-13CC-92E2-BF3F-8A8DD4C092D3}"/>
                  </a:ext>
                </a:extLst>
              </p14:cNvPr>
              <p14:cNvContentPartPr/>
              <p14:nvPr/>
            </p14:nvContentPartPr>
            <p14:xfrm>
              <a:off x="2839239" y="4210869"/>
              <a:ext cx="18720" cy="52560"/>
            </p14:xfrm>
          </p:contentPart>
        </mc:Choice>
        <mc:Fallback xmlns="">
          <p:pic>
            <p:nvPicPr>
              <p:cNvPr id="1114" name="インク 1113">
                <a:extLst>
                  <a:ext uri="{FF2B5EF4-FFF2-40B4-BE49-F238E27FC236}">
                    <a16:creationId xmlns:a16="http://schemas.microsoft.com/office/drawing/2014/main" id="{122D4559-13CC-92E2-BF3F-8A8DD4C092D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830599" y="4202229"/>
                <a:ext cx="363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9">
            <p14:nvContentPartPr>
              <p14:cNvPr id="1122" name="インク 1121">
                <a:extLst>
                  <a:ext uri="{FF2B5EF4-FFF2-40B4-BE49-F238E27FC236}">
                    <a16:creationId xmlns:a16="http://schemas.microsoft.com/office/drawing/2014/main" id="{F97D6DCF-A069-E03F-ED67-29B3A116226F}"/>
                  </a:ext>
                </a:extLst>
              </p14:cNvPr>
              <p14:cNvContentPartPr/>
              <p14:nvPr/>
            </p14:nvContentPartPr>
            <p14:xfrm>
              <a:off x="2793519" y="4241469"/>
              <a:ext cx="36720" cy="194400"/>
            </p14:xfrm>
          </p:contentPart>
        </mc:Choice>
        <mc:Fallback xmlns="">
          <p:pic>
            <p:nvPicPr>
              <p:cNvPr id="1122" name="インク 1121">
                <a:extLst>
                  <a:ext uri="{FF2B5EF4-FFF2-40B4-BE49-F238E27FC236}">
                    <a16:creationId xmlns:a16="http://schemas.microsoft.com/office/drawing/2014/main" id="{F97D6DCF-A069-E03F-ED67-29B3A116226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784879" y="4232469"/>
                <a:ext cx="543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1">
            <p14:nvContentPartPr>
              <p14:cNvPr id="1126" name="インク 1125">
                <a:extLst>
                  <a:ext uri="{FF2B5EF4-FFF2-40B4-BE49-F238E27FC236}">
                    <a16:creationId xmlns:a16="http://schemas.microsoft.com/office/drawing/2014/main" id="{BF61A5D2-9F51-5F81-5EB6-75FA3EB8D522}"/>
                  </a:ext>
                </a:extLst>
              </p14:cNvPr>
              <p14:cNvContentPartPr/>
              <p14:nvPr/>
            </p14:nvContentPartPr>
            <p14:xfrm>
              <a:off x="2793519" y="4216269"/>
              <a:ext cx="65160" cy="198360"/>
            </p14:xfrm>
          </p:contentPart>
        </mc:Choice>
        <mc:Fallback xmlns="">
          <p:pic>
            <p:nvPicPr>
              <p:cNvPr id="1126" name="インク 1125">
                <a:extLst>
                  <a:ext uri="{FF2B5EF4-FFF2-40B4-BE49-F238E27FC236}">
                    <a16:creationId xmlns:a16="http://schemas.microsoft.com/office/drawing/2014/main" id="{BF61A5D2-9F51-5F81-5EB6-75FA3EB8D52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784519" y="4207629"/>
                <a:ext cx="82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3">
            <p14:nvContentPartPr>
              <p14:cNvPr id="1127" name="インク 1126">
                <a:extLst>
                  <a:ext uri="{FF2B5EF4-FFF2-40B4-BE49-F238E27FC236}">
                    <a16:creationId xmlns:a16="http://schemas.microsoft.com/office/drawing/2014/main" id="{C6C36228-7E6E-8FBE-028A-48BED60A55FE}"/>
                  </a:ext>
                </a:extLst>
              </p14:cNvPr>
              <p14:cNvContentPartPr/>
              <p14:nvPr/>
            </p14:nvContentPartPr>
            <p14:xfrm>
              <a:off x="2824119" y="4328949"/>
              <a:ext cx="22320" cy="92520"/>
            </p14:xfrm>
          </p:contentPart>
        </mc:Choice>
        <mc:Fallback xmlns="">
          <p:pic>
            <p:nvPicPr>
              <p:cNvPr id="1127" name="インク 1126">
                <a:extLst>
                  <a:ext uri="{FF2B5EF4-FFF2-40B4-BE49-F238E27FC236}">
                    <a16:creationId xmlns:a16="http://schemas.microsoft.com/office/drawing/2014/main" id="{C6C36228-7E6E-8FBE-028A-48BED60A55F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815119" y="4320309"/>
                <a:ext cx="399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5">
            <p14:nvContentPartPr>
              <p14:cNvPr id="1142" name="インク 1141">
                <a:extLst>
                  <a:ext uri="{FF2B5EF4-FFF2-40B4-BE49-F238E27FC236}">
                    <a16:creationId xmlns:a16="http://schemas.microsoft.com/office/drawing/2014/main" id="{61D31157-765D-D337-ABDD-1ABBEF06680B}"/>
                  </a:ext>
                </a:extLst>
              </p14:cNvPr>
              <p14:cNvContentPartPr/>
              <p14:nvPr/>
            </p14:nvContentPartPr>
            <p14:xfrm>
              <a:off x="2679039" y="4298349"/>
              <a:ext cx="59400" cy="171720"/>
            </p14:xfrm>
          </p:contentPart>
        </mc:Choice>
        <mc:Fallback xmlns="">
          <p:pic>
            <p:nvPicPr>
              <p:cNvPr id="1142" name="インク 1141">
                <a:extLst>
                  <a:ext uri="{FF2B5EF4-FFF2-40B4-BE49-F238E27FC236}">
                    <a16:creationId xmlns:a16="http://schemas.microsoft.com/office/drawing/2014/main" id="{61D31157-765D-D337-ABDD-1ABBEF06680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670039" y="4289709"/>
                <a:ext cx="770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7">
            <p14:nvContentPartPr>
              <p14:cNvPr id="1139" name="インク 1138">
                <a:extLst>
                  <a:ext uri="{FF2B5EF4-FFF2-40B4-BE49-F238E27FC236}">
                    <a16:creationId xmlns:a16="http://schemas.microsoft.com/office/drawing/2014/main" id="{26EC11B9-3F32-93F4-3DF9-B98131B0BB12}"/>
                  </a:ext>
                </a:extLst>
              </p14:cNvPr>
              <p14:cNvContentPartPr/>
              <p14:nvPr/>
            </p14:nvContentPartPr>
            <p14:xfrm>
              <a:off x="2669679" y="4268109"/>
              <a:ext cx="24120" cy="54720"/>
            </p14:xfrm>
          </p:contentPart>
        </mc:Choice>
        <mc:Fallback xmlns="">
          <p:pic>
            <p:nvPicPr>
              <p:cNvPr id="1139" name="インク 1138">
                <a:extLst>
                  <a:ext uri="{FF2B5EF4-FFF2-40B4-BE49-F238E27FC236}">
                    <a16:creationId xmlns:a16="http://schemas.microsoft.com/office/drawing/2014/main" id="{26EC11B9-3F32-93F4-3DF9-B98131B0BB1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661039" y="4259109"/>
                <a:ext cx="4176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6" name="グループ化 1155">
            <a:extLst>
              <a:ext uri="{FF2B5EF4-FFF2-40B4-BE49-F238E27FC236}">
                <a16:creationId xmlns:a16="http://schemas.microsoft.com/office/drawing/2014/main" id="{F03BFDE7-A607-D190-FC9C-7D3B4EE219E4}"/>
              </a:ext>
            </a:extLst>
          </p:cNvPr>
          <p:cNvGrpSpPr/>
          <p:nvPr/>
        </p:nvGrpSpPr>
        <p:grpSpPr>
          <a:xfrm>
            <a:off x="2673639" y="4177029"/>
            <a:ext cx="239400" cy="309600"/>
            <a:chOff x="2678385" y="4225560"/>
            <a:chExt cx="239400" cy="309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89">
              <p14:nvContentPartPr>
                <p14:cNvPr id="1101" name="インク 1100">
                  <a:extLst>
                    <a:ext uri="{FF2B5EF4-FFF2-40B4-BE49-F238E27FC236}">
                      <a16:creationId xmlns:a16="http://schemas.microsoft.com/office/drawing/2014/main" id="{3577D9A9-7A6A-469C-EB7B-5B58D2196549}"/>
                    </a:ext>
                  </a:extLst>
                </p14:cNvPr>
                <p14:cNvContentPartPr/>
                <p14:nvPr/>
              </p14:nvContentPartPr>
              <p14:xfrm>
                <a:off x="2834625" y="4246080"/>
                <a:ext cx="59040" cy="132120"/>
              </p14:xfrm>
            </p:contentPart>
          </mc:Choice>
          <mc:Fallback xmlns="">
            <p:pic>
              <p:nvPicPr>
                <p:cNvPr id="1101" name="インク 1100">
                  <a:extLst>
                    <a:ext uri="{FF2B5EF4-FFF2-40B4-BE49-F238E27FC236}">
                      <a16:creationId xmlns:a16="http://schemas.microsoft.com/office/drawing/2014/main" id="{3577D9A9-7A6A-469C-EB7B-5B58D219654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825625" y="4237080"/>
                  <a:ext cx="76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1">
              <p14:nvContentPartPr>
                <p14:cNvPr id="1102" name="インク 1101">
                  <a:extLst>
                    <a:ext uri="{FF2B5EF4-FFF2-40B4-BE49-F238E27FC236}">
                      <a16:creationId xmlns:a16="http://schemas.microsoft.com/office/drawing/2014/main" id="{EA91E25A-CE51-8F5C-0233-DED62F9B1074}"/>
                    </a:ext>
                  </a:extLst>
                </p14:cNvPr>
                <p14:cNvContentPartPr/>
                <p14:nvPr/>
              </p14:nvContentPartPr>
              <p14:xfrm>
                <a:off x="2847945" y="4240320"/>
                <a:ext cx="45360" cy="119160"/>
              </p14:xfrm>
            </p:contentPart>
          </mc:Choice>
          <mc:Fallback xmlns="">
            <p:pic>
              <p:nvPicPr>
                <p:cNvPr id="1102" name="インク 1101">
                  <a:extLst>
                    <a:ext uri="{FF2B5EF4-FFF2-40B4-BE49-F238E27FC236}">
                      <a16:creationId xmlns:a16="http://schemas.microsoft.com/office/drawing/2014/main" id="{EA91E25A-CE51-8F5C-0233-DED62F9B10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838945" y="4231680"/>
                  <a:ext cx="63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3">
              <p14:nvContentPartPr>
                <p14:cNvPr id="1103" name="インク 1102">
                  <a:extLst>
                    <a:ext uri="{FF2B5EF4-FFF2-40B4-BE49-F238E27FC236}">
                      <a16:creationId xmlns:a16="http://schemas.microsoft.com/office/drawing/2014/main" id="{A331352D-61D6-3E69-928E-74B59F63B6E0}"/>
                    </a:ext>
                  </a:extLst>
                </p14:cNvPr>
                <p14:cNvContentPartPr/>
                <p14:nvPr/>
              </p14:nvContentPartPr>
              <p14:xfrm>
                <a:off x="2874585" y="4290000"/>
                <a:ext cx="18720" cy="43560"/>
              </p14:xfrm>
            </p:contentPart>
          </mc:Choice>
          <mc:Fallback xmlns="">
            <p:pic>
              <p:nvPicPr>
                <p:cNvPr id="1103" name="インク 1102">
                  <a:extLst>
                    <a:ext uri="{FF2B5EF4-FFF2-40B4-BE49-F238E27FC236}">
                      <a16:creationId xmlns:a16="http://schemas.microsoft.com/office/drawing/2014/main" id="{A331352D-61D6-3E69-928E-74B59F63B6E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865585" y="4281000"/>
                  <a:ext cx="36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5">
              <p14:nvContentPartPr>
                <p14:cNvPr id="1104" name="インク 1103">
                  <a:extLst>
                    <a:ext uri="{FF2B5EF4-FFF2-40B4-BE49-F238E27FC236}">
                      <a16:creationId xmlns:a16="http://schemas.microsoft.com/office/drawing/2014/main" id="{21847885-C606-0FB2-6216-2F8C296F5504}"/>
                    </a:ext>
                  </a:extLst>
                </p14:cNvPr>
                <p14:cNvContentPartPr/>
                <p14:nvPr/>
              </p14:nvContentPartPr>
              <p14:xfrm>
                <a:off x="2880345" y="4240320"/>
                <a:ext cx="36720" cy="144720"/>
              </p14:xfrm>
            </p:contentPart>
          </mc:Choice>
          <mc:Fallback xmlns="">
            <p:pic>
              <p:nvPicPr>
                <p:cNvPr id="1104" name="インク 1103">
                  <a:extLst>
                    <a:ext uri="{FF2B5EF4-FFF2-40B4-BE49-F238E27FC236}">
                      <a16:creationId xmlns:a16="http://schemas.microsoft.com/office/drawing/2014/main" id="{21847885-C606-0FB2-6216-2F8C296F550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871345" y="4231680"/>
                  <a:ext cx="54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7">
              <p14:nvContentPartPr>
                <p14:cNvPr id="1108" name="インク 1107">
                  <a:extLst>
                    <a:ext uri="{FF2B5EF4-FFF2-40B4-BE49-F238E27FC236}">
                      <a16:creationId xmlns:a16="http://schemas.microsoft.com/office/drawing/2014/main" id="{308B8C4E-3184-46B1-862C-09EEF9329CA1}"/>
                    </a:ext>
                  </a:extLst>
                </p14:cNvPr>
                <p14:cNvContentPartPr/>
                <p14:nvPr/>
              </p14:nvContentPartPr>
              <p14:xfrm>
                <a:off x="2857305" y="4276680"/>
                <a:ext cx="54360" cy="155520"/>
              </p14:xfrm>
            </p:contentPart>
          </mc:Choice>
          <mc:Fallback xmlns="">
            <p:pic>
              <p:nvPicPr>
                <p:cNvPr id="1108" name="インク 1107">
                  <a:extLst>
                    <a:ext uri="{FF2B5EF4-FFF2-40B4-BE49-F238E27FC236}">
                      <a16:creationId xmlns:a16="http://schemas.microsoft.com/office/drawing/2014/main" id="{308B8C4E-3184-46B1-862C-09EEF9329CA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848665" y="4267680"/>
                  <a:ext cx="72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9">
              <p14:nvContentPartPr>
                <p14:cNvPr id="1109" name="インク 1108">
                  <a:extLst>
                    <a:ext uri="{FF2B5EF4-FFF2-40B4-BE49-F238E27FC236}">
                      <a16:creationId xmlns:a16="http://schemas.microsoft.com/office/drawing/2014/main" id="{89067F58-FC0F-C22A-7556-C2ABC49E49C2}"/>
                    </a:ext>
                  </a:extLst>
                </p14:cNvPr>
                <p14:cNvContentPartPr/>
                <p14:nvPr/>
              </p14:nvContentPartPr>
              <p14:xfrm>
                <a:off x="2904825" y="4375680"/>
                <a:ext cx="12960" cy="48600"/>
              </p14:xfrm>
            </p:contentPart>
          </mc:Choice>
          <mc:Fallback xmlns="">
            <p:pic>
              <p:nvPicPr>
                <p:cNvPr id="1109" name="インク 1108">
                  <a:extLst>
                    <a:ext uri="{FF2B5EF4-FFF2-40B4-BE49-F238E27FC236}">
                      <a16:creationId xmlns:a16="http://schemas.microsoft.com/office/drawing/2014/main" id="{89067F58-FC0F-C22A-7556-C2ABC49E49C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896185" y="4366680"/>
                  <a:ext cx="30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1">
              <p14:nvContentPartPr>
                <p14:cNvPr id="1116" name="インク 1115">
                  <a:extLst>
                    <a:ext uri="{FF2B5EF4-FFF2-40B4-BE49-F238E27FC236}">
                      <a16:creationId xmlns:a16="http://schemas.microsoft.com/office/drawing/2014/main" id="{331572BC-93B4-B333-05A7-FBB416490A75}"/>
                    </a:ext>
                  </a:extLst>
                </p14:cNvPr>
                <p14:cNvContentPartPr/>
                <p14:nvPr/>
              </p14:nvContentPartPr>
              <p14:xfrm>
                <a:off x="2845785" y="4225560"/>
                <a:ext cx="50040" cy="58680"/>
              </p14:xfrm>
            </p:contentPart>
          </mc:Choice>
          <mc:Fallback xmlns="">
            <p:pic>
              <p:nvPicPr>
                <p:cNvPr id="1116" name="インク 1115">
                  <a:extLst>
                    <a:ext uri="{FF2B5EF4-FFF2-40B4-BE49-F238E27FC236}">
                      <a16:creationId xmlns:a16="http://schemas.microsoft.com/office/drawing/2014/main" id="{331572BC-93B4-B333-05A7-FBB416490A7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837145" y="4216560"/>
                  <a:ext cx="676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3">
              <p14:nvContentPartPr>
                <p14:cNvPr id="1117" name="インク 1116">
                  <a:extLst>
                    <a:ext uri="{FF2B5EF4-FFF2-40B4-BE49-F238E27FC236}">
                      <a16:creationId xmlns:a16="http://schemas.microsoft.com/office/drawing/2014/main" id="{FC297AC4-C9BC-BCAD-F916-874EF66C8A3C}"/>
                    </a:ext>
                  </a:extLst>
                </p14:cNvPr>
                <p14:cNvContentPartPr/>
                <p14:nvPr/>
              </p14:nvContentPartPr>
              <p14:xfrm>
                <a:off x="2777385" y="4282440"/>
                <a:ext cx="19440" cy="122400"/>
              </p14:xfrm>
            </p:contentPart>
          </mc:Choice>
          <mc:Fallback xmlns="">
            <p:pic>
              <p:nvPicPr>
                <p:cNvPr id="1117" name="インク 1116">
                  <a:extLst>
                    <a:ext uri="{FF2B5EF4-FFF2-40B4-BE49-F238E27FC236}">
                      <a16:creationId xmlns:a16="http://schemas.microsoft.com/office/drawing/2014/main" id="{FC297AC4-C9BC-BCAD-F916-874EF66C8A3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768385" y="4273440"/>
                  <a:ext cx="37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5">
              <p14:nvContentPartPr>
                <p14:cNvPr id="1119" name="インク 1118">
                  <a:extLst>
                    <a:ext uri="{FF2B5EF4-FFF2-40B4-BE49-F238E27FC236}">
                      <a16:creationId xmlns:a16="http://schemas.microsoft.com/office/drawing/2014/main" id="{330CF4E3-DA81-B44A-DFE3-5C4D18A13EE2}"/>
                    </a:ext>
                  </a:extLst>
                </p14:cNvPr>
                <p14:cNvContentPartPr/>
                <p14:nvPr/>
              </p14:nvContentPartPr>
              <p14:xfrm>
                <a:off x="2761905" y="4282440"/>
                <a:ext cx="28080" cy="95760"/>
              </p14:xfrm>
            </p:contentPart>
          </mc:Choice>
          <mc:Fallback xmlns="">
            <p:pic>
              <p:nvPicPr>
                <p:cNvPr id="1119" name="インク 1118">
                  <a:extLst>
                    <a:ext uri="{FF2B5EF4-FFF2-40B4-BE49-F238E27FC236}">
                      <a16:creationId xmlns:a16="http://schemas.microsoft.com/office/drawing/2014/main" id="{330CF4E3-DA81-B44A-DFE3-5C4D18A13EE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53265" y="4273440"/>
                  <a:ext cx="45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7">
              <p14:nvContentPartPr>
                <p14:cNvPr id="1120" name="インク 1119">
                  <a:extLst>
                    <a:ext uri="{FF2B5EF4-FFF2-40B4-BE49-F238E27FC236}">
                      <a16:creationId xmlns:a16="http://schemas.microsoft.com/office/drawing/2014/main" id="{240CA901-87FA-9891-61D2-794468A693BB}"/>
                    </a:ext>
                  </a:extLst>
                </p14:cNvPr>
                <p14:cNvContentPartPr/>
                <p14:nvPr/>
              </p14:nvContentPartPr>
              <p14:xfrm>
                <a:off x="2773425" y="4331760"/>
                <a:ext cx="45360" cy="135720"/>
              </p14:xfrm>
            </p:contentPart>
          </mc:Choice>
          <mc:Fallback xmlns="">
            <p:pic>
              <p:nvPicPr>
                <p:cNvPr id="1120" name="インク 1119">
                  <a:extLst>
                    <a:ext uri="{FF2B5EF4-FFF2-40B4-BE49-F238E27FC236}">
                      <a16:creationId xmlns:a16="http://schemas.microsoft.com/office/drawing/2014/main" id="{240CA901-87FA-9891-61D2-794468A693B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764785" y="4323120"/>
                  <a:ext cx="630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9">
              <p14:nvContentPartPr>
                <p14:cNvPr id="1132" name="インク 1131">
                  <a:extLst>
                    <a:ext uri="{FF2B5EF4-FFF2-40B4-BE49-F238E27FC236}">
                      <a16:creationId xmlns:a16="http://schemas.microsoft.com/office/drawing/2014/main" id="{AAF8C7E7-C9A8-CBC4-ADE2-22E496BAC71E}"/>
                    </a:ext>
                  </a:extLst>
                </p14:cNvPr>
                <p14:cNvContentPartPr/>
                <p14:nvPr/>
              </p14:nvContentPartPr>
              <p14:xfrm>
                <a:off x="2824905" y="4456320"/>
                <a:ext cx="44280" cy="43560"/>
              </p14:xfrm>
            </p:contentPart>
          </mc:Choice>
          <mc:Fallback xmlns="">
            <p:pic>
              <p:nvPicPr>
                <p:cNvPr id="1132" name="インク 1131">
                  <a:extLst>
                    <a:ext uri="{FF2B5EF4-FFF2-40B4-BE49-F238E27FC236}">
                      <a16:creationId xmlns:a16="http://schemas.microsoft.com/office/drawing/2014/main" id="{AAF8C7E7-C9A8-CBC4-ADE2-22E496BAC71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816265" y="4447320"/>
                  <a:ext cx="61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1">
              <p14:nvContentPartPr>
                <p14:cNvPr id="1133" name="インク 1132">
                  <a:extLst>
                    <a:ext uri="{FF2B5EF4-FFF2-40B4-BE49-F238E27FC236}">
                      <a16:creationId xmlns:a16="http://schemas.microsoft.com/office/drawing/2014/main" id="{99084DCB-DFF5-E153-E99A-A62F968C5613}"/>
                    </a:ext>
                  </a:extLst>
                </p14:cNvPr>
                <p14:cNvContentPartPr/>
                <p14:nvPr/>
              </p14:nvContentPartPr>
              <p14:xfrm>
                <a:off x="2823105" y="4467120"/>
                <a:ext cx="7920" cy="21240"/>
              </p14:xfrm>
            </p:contentPart>
          </mc:Choice>
          <mc:Fallback xmlns="">
            <p:pic>
              <p:nvPicPr>
                <p:cNvPr id="1133" name="インク 1132">
                  <a:extLst>
                    <a:ext uri="{FF2B5EF4-FFF2-40B4-BE49-F238E27FC236}">
                      <a16:creationId xmlns:a16="http://schemas.microsoft.com/office/drawing/2014/main" id="{99084DCB-DFF5-E153-E99A-A62F968C561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814105" y="4458120"/>
                  <a:ext cx="25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3">
              <p14:nvContentPartPr>
                <p14:cNvPr id="1135" name="インク 1134">
                  <a:extLst>
                    <a:ext uri="{FF2B5EF4-FFF2-40B4-BE49-F238E27FC236}">
                      <a16:creationId xmlns:a16="http://schemas.microsoft.com/office/drawing/2014/main" id="{214EE012-4967-D604-65C2-8641FDF8DC4C}"/>
                    </a:ext>
                  </a:extLst>
                </p14:cNvPr>
                <p14:cNvContentPartPr/>
                <p14:nvPr/>
              </p14:nvContentPartPr>
              <p14:xfrm>
                <a:off x="2752545" y="4272720"/>
                <a:ext cx="32040" cy="30960"/>
              </p14:xfrm>
            </p:contentPart>
          </mc:Choice>
          <mc:Fallback xmlns="">
            <p:pic>
              <p:nvPicPr>
                <p:cNvPr id="1135" name="インク 1134">
                  <a:extLst>
                    <a:ext uri="{FF2B5EF4-FFF2-40B4-BE49-F238E27FC236}">
                      <a16:creationId xmlns:a16="http://schemas.microsoft.com/office/drawing/2014/main" id="{214EE012-4967-D604-65C2-8641FDF8DC4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43545" y="4263720"/>
                  <a:ext cx="49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5">
              <p14:nvContentPartPr>
                <p14:cNvPr id="1137" name="インク 1136">
                  <a:extLst>
                    <a:ext uri="{FF2B5EF4-FFF2-40B4-BE49-F238E27FC236}">
                      <a16:creationId xmlns:a16="http://schemas.microsoft.com/office/drawing/2014/main" id="{480A5F7F-02EC-9289-34D4-6EC9B15532DF}"/>
                    </a:ext>
                  </a:extLst>
                </p14:cNvPr>
                <p14:cNvContentPartPr/>
                <p14:nvPr/>
              </p14:nvContentPartPr>
              <p14:xfrm>
                <a:off x="2817345" y="4472880"/>
                <a:ext cx="3960" cy="11520"/>
              </p14:xfrm>
            </p:contentPart>
          </mc:Choice>
          <mc:Fallback xmlns="">
            <p:pic>
              <p:nvPicPr>
                <p:cNvPr id="1137" name="インク 1136">
                  <a:extLst>
                    <a:ext uri="{FF2B5EF4-FFF2-40B4-BE49-F238E27FC236}">
                      <a16:creationId xmlns:a16="http://schemas.microsoft.com/office/drawing/2014/main" id="{480A5F7F-02EC-9289-34D4-6EC9B15532D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808345" y="4463880"/>
                  <a:ext cx="21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7">
              <p14:nvContentPartPr>
                <p14:cNvPr id="1143" name="インク 1142">
                  <a:extLst>
                    <a:ext uri="{FF2B5EF4-FFF2-40B4-BE49-F238E27FC236}">
                      <a16:creationId xmlns:a16="http://schemas.microsoft.com/office/drawing/2014/main" id="{1DBE9937-C56B-86E1-9A8F-A51D9E699F30}"/>
                    </a:ext>
                  </a:extLst>
                </p14:cNvPr>
                <p14:cNvContentPartPr/>
                <p14:nvPr/>
              </p14:nvContentPartPr>
              <p14:xfrm>
                <a:off x="2678385" y="4299720"/>
                <a:ext cx="87840" cy="182520"/>
              </p14:xfrm>
            </p:contentPart>
          </mc:Choice>
          <mc:Fallback xmlns="">
            <p:pic>
              <p:nvPicPr>
                <p:cNvPr id="1143" name="インク 1142">
                  <a:extLst>
                    <a:ext uri="{FF2B5EF4-FFF2-40B4-BE49-F238E27FC236}">
                      <a16:creationId xmlns:a16="http://schemas.microsoft.com/office/drawing/2014/main" id="{1DBE9937-C56B-86E1-9A8F-A51D9E699F3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669385" y="4290720"/>
                  <a:ext cx="1054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9">
              <p14:nvContentPartPr>
                <p14:cNvPr id="1144" name="インク 1143">
                  <a:extLst>
                    <a:ext uri="{FF2B5EF4-FFF2-40B4-BE49-F238E27FC236}">
                      <a16:creationId xmlns:a16="http://schemas.microsoft.com/office/drawing/2014/main" id="{20ED9D6E-7405-D5D4-669B-6C339799D823}"/>
                    </a:ext>
                  </a:extLst>
                </p14:cNvPr>
                <p14:cNvContentPartPr/>
                <p14:nvPr/>
              </p14:nvContentPartPr>
              <p14:xfrm>
                <a:off x="2705025" y="4331760"/>
                <a:ext cx="36360" cy="132840"/>
              </p14:xfrm>
            </p:contentPart>
          </mc:Choice>
          <mc:Fallback xmlns="">
            <p:pic>
              <p:nvPicPr>
                <p:cNvPr id="1144" name="インク 1143">
                  <a:extLst>
                    <a:ext uri="{FF2B5EF4-FFF2-40B4-BE49-F238E27FC236}">
                      <a16:creationId xmlns:a16="http://schemas.microsoft.com/office/drawing/2014/main" id="{20ED9D6E-7405-D5D4-669B-6C339799D82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696025" y="4323120"/>
                  <a:ext cx="54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1">
              <p14:nvContentPartPr>
                <p14:cNvPr id="1145" name="インク 1144">
                  <a:extLst>
                    <a:ext uri="{FF2B5EF4-FFF2-40B4-BE49-F238E27FC236}">
                      <a16:creationId xmlns:a16="http://schemas.microsoft.com/office/drawing/2014/main" id="{AB2C78B2-4B33-17E2-B5C3-DCBEEC26416F}"/>
                    </a:ext>
                  </a:extLst>
                </p14:cNvPr>
                <p14:cNvContentPartPr/>
                <p14:nvPr/>
              </p14:nvContentPartPr>
              <p14:xfrm>
                <a:off x="2714385" y="4360200"/>
                <a:ext cx="36720" cy="138960"/>
              </p14:xfrm>
            </p:contentPart>
          </mc:Choice>
          <mc:Fallback xmlns="">
            <p:pic>
              <p:nvPicPr>
                <p:cNvPr id="1145" name="インク 1144">
                  <a:extLst>
                    <a:ext uri="{FF2B5EF4-FFF2-40B4-BE49-F238E27FC236}">
                      <a16:creationId xmlns:a16="http://schemas.microsoft.com/office/drawing/2014/main" id="{AB2C78B2-4B33-17E2-B5C3-DCBEEC26416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705745" y="4351560"/>
                  <a:ext cx="54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3">
              <p14:nvContentPartPr>
                <p14:cNvPr id="1146" name="インク 1145">
                  <a:extLst>
                    <a:ext uri="{FF2B5EF4-FFF2-40B4-BE49-F238E27FC236}">
                      <a16:creationId xmlns:a16="http://schemas.microsoft.com/office/drawing/2014/main" id="{9DF751CF-02B6-9B95-87BD-6D1EB53BD3AE}"/>
                    </a:ext>
                  </a:extLst>
                </p14:cNvPr>
                <p14:cNvContentPartPr/>
                <p14:nvPr/>
              </p14:nvContentPartPr>
              <p14:xfrm>
                <a:off x="2744985" y="4402320"/>
                <a:ext cx="32040" cy="97560"/>
              </p14:xfrm>
            </p:contentPart>
          </mc:Choice>
          <mc:Fallback xmlns="">
            <p:pic>
              <p:nvPicPr>
                <p:cNvPr id="1146" name="インク 1145">
                  <a:extLst>
                    <a:ext uri="{FF2B5EF4-FFF2-40B4-BE49-F238E27FC236}">
                      <a16:creationId xmlns:a16="http://schemas.microsoft.com/office/drawing/2014/main" id="{9DF751CF-02B6-9B95-87BD-6D1EB53BD3A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735985" y="4393320"/>
                  <a:ext cx="49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5">
              <p14:nvContentPartPr>
                <p14:cNvPr id="1150" name="インク 1149">
                  <a:extLst>
                    <a:ext uri="{FF2B5EF4-FFF2-40B4-BE49-F238E27FC236}">
                      <a16:creationId xmlns:a16="http://schemas.microsoft.com/office/drawing/2014/main" id="{A11CF7D8-20CF-42DC-0431-3B0A48E22D30}"/>
                    </a:ext>
                  </a:extLst>
                </p14:cNvPr>
                <p14:cNvContentPartPr/>
                <p14:nvPr/>
              </p14:nvContentPartPr>
              <p14:xfrm>
                <a:off x="2747865" y="4533720"/>
                <a:ext cx="1080" cy="1440"/>
              </p14:xfrm>
            </p:contentPart>
          </mc:Choice>
          <mc:Fallback xmlns="">
            <p:pic>
              <p:nvPicPr>
                <p:cNvPr id="1150" name="インク 1149">
                  <a:extLst>
                    <a:ext uri="{FF2B5EF4-FFF2-40B4-BE49-F238E27FC236}">
                      <a16:creationId xmlns:a16="http://schemas.microsoft.com/office/drawing/2014/main" id="{A11CF7D8-20CF-42DC-0431-3B0A48E22D3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739225" y="452508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7">
              <p14:nvContentPartPr>
                <p14:cNvPr id="1152" name="インク 1151">
                  <a:extLst>
                    <a:ext uri="{FF2B5EF4-FFF2-40B4-BE49-F238E27FC236}">
                      <a16:creationId xmlns:a16="http://schemas.microsoft.com/office/drawing/2014/main" id="{73ADF2E8-0DB8-95A3-CD79-99D0EF3D17FB}"/>
                    </a:ext>
                  </a:extLst>
                </p14:cNvPr>
                <p14:cNvContentPartPr/>
                <p14:nvPr/>
              </p14:nvContentPartPr>
              <p14:xfrm>
                <a:off x="2758305" y="4501320"/>
                <a:ext cx="18000" cy="15840"/>
              </p14:xfrm>
            </p:contentPart>
          </mc:Choice>
          <mc:Fallback xmlns="">
            <p:pic>
              <p:nvPicPr>
                <p:cNvPr id="1152" name="インク 1151">
                  <a:extLst>
                    <a:ext uri="{FF2B5EF4-FFF2-40B4-BE49-F238E27FC236}">
                      <a16:creationId xmlns:a16="http://schemas.microsoft.com/office/drawing/2014/main" id="{73ADF2E8-0DB8-95A3-CD79-99D0EF3D17F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749305" y="4492680"/>
                  <a:ext cx="35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9">
              <p14:nvContentPartPr>
                <p14:cNvPr id="1153" name="インク 1152">
                  <a:extLst>
                    <a:ext uri="{FF2B5EF4-FFF2-40B4-BE49-F238E27FC236}">
                      <a16:creationId xmlns:a16="http://schemas.microsoft.com/office/drawing/2014/main" id="{E18D01D8-8827-AB6F-4525-7A88DB516C8C}"/>
                    </a:ext>
                  </a:extLst>
                </p14:cNvPr>
                <p14:cNvContentPartPr/>
                <p14:nvPr/>
              </p14:nvContentPartPr>
              <p14:xfrm>
                <a:off x="2759745" y="4507080"/>
                <a:ext cx="17280" cy="15480"/>
              </p14:xfrm>
            </p:contentPart>
          </mc:Choice>
          <mc:Fallback xmlns="">
            <p:pic>
              <p:nvPicPr>
                <p:cNvPr id="1153" name="インク 1152">
                  <a:extLst>
                    <a:ext uri="{FF2B5EF4-FFF2-40B4-BE49-F238E27FC236}">
                      <a16:creationId xmlns:a16="http://schemas.microsoft.com/office/drawing/2014/main" id="{E18D01D8-8827-AB6F-4525-7A88DB516C8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751105" y="4498440"/>
                  <a:ext cx="3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1">
              <p14:nvContentPartPr>
                <p14:cNvPr id="1154" name="インク 1153">
                  <a:extLst>
                    <a:ext uri="{FF2B5EF4-FFF2-40B4-BE49-F238E27FC236}">
                      <a16:creationId xmlns:a16="http://schemas.microsoft.com/office/drawing/2014/main" id="{C6EBA4EB-3F1F-7E6A-9F98-143EE7C39481}"/>
                    </a:ext>
                  </a:extLst>
                </p14:cNvPr>
                <p14:cNvContentPartPr/>
                <p14:nvPr/>
              </p14:nvContentPartPr>
              <p14:xfrm>
                <a:off x="2764065" y="4453800"/>
                <a:ext cx="15840" cy="55080"/>
              </p14:xfrm>
            </p:contentPart>
          </mc:Choice>
          <mc:Fallback xmlns="">
            <p:pic>
              <p:nvPicPr>
                <p:cNvPr id="1154" name="インク 1153">
                  <a:extLst>
                    <a:ext uri="{FF2B5EF4-FFF2-40B4-BE49-F238E27FC236}">
                      <a16:creationId xmlns:a16="http://schemas.microsoft.com/office/drawing/2014/main" id="{C6EBA4EB-3F1F-7E6A-9F98-143EE7C3948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755065" y="4444800"/>
                  <a:ext cx="33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3">
              <p14:nvContentPartPr>
                <p14:cNvPr id="1155" name="インク 1154">
                  <a:extLst>
                    <a:ext uri="{FF2B5EF4-FFF2-40B4-BE49-F238E27FC236}">
                      <a16:creationId xmlns:a16="http://schemas.microsoft.com/office/drawing/2014/main" id="{D3E38E03-D240-20DC-98FB-17CB6D75B2BD}"/>
                    </a:ext>
                  </a:extLst>
                </p14:cNvPr>
                <p14:cNvContentPartPr/>
                <p14:nvPr/>
              </p14:nvContentPartPr>
              <p14:xfrm>
                <a:off x="2769825" y="4472880"/>
                <a:ext cx="17280" cy="42840"/>
              </p14:xfrm>
            </p:contentPart>
          </mc:Choice>
          <mc:Fallback xmlns="">
            <p:pic>
              <p:nvPicPr>
                <p:cNvPr id="1155" name="インク 1154">
                  <a:extLst>
                    <a:ext uri="{FF2B5EF4-FFF2-40B4-BE49-F238E27FC236}">
                      <a16:creationId xmlns:a16="http://schemas.microsoft.com/office/drawing/2014/main" id="{D3E38E03-D240-20DC-98FB-17CB6D75B2B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760825" y="4463880"/>
                  <a:ext cx="349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1" name="グループ化 1170">
            <a:extLst>
              <a:ext uri="{FF2B5EF4-FFF2-40B4-BE49-F238E27FC236}">
                <a16:creationId xmlns:a16="http://schemas.microsoft.com/office/drawing/2014/main" id="{CCE9A95B-45A5-8884-73EE-E8CCDEBBBA58}"/>
              </a:ext>
            </a:extLst>
          </p:cNvPr>
          <p:cNvGrpSpPr/>
          <p:nvPr/>
        </p:nvGrpSpPr>
        <p:grpSpPr>
          <a:xfrm>
            <a:off x="2215694" y="3152076"/>
            <a:ext cx="79920" cy="48240"/>
            <a:chOff x="2010045" y="3021120"/>
            <a:chExt cx="79920" cy="4824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5">
              <p14:nvContentPartPr>
                <p14:cNvPr id="1157" name="インク 1156">
                  <a:extLst>
                    <a:ext uri="{FF2B5EF4-FFF2-40B4-BE49-F238E27FC236}">
                      <a16:creationId xmlns:a16="http://schemas.microsoft.com/office/drawing/2014/main" id="{037133CB-AAFF-C924-61ED-107AAA828A27}"/>
                    </a:ext>
                  </a:extLst>
                </p14:cNvPr>
                <p14:cNvContentPartPr/>
                <p14:nvPr/>
              </p14:nvContentPartPr>
              <p14:xfrm>
                <a:off x="2010045" y="3022920"/>
                <a:ext cx="30240" cy="27000"/>
              </p14:xfrm>
            </p:contentPart>
          </mc:Choice>
          <mc:Fallback xmlns="">
            <p:pic>
              <p:nvPicPr>
                <p:cNvPr id="1157" name="インク 1156">
                  <a:extLst>
                    <a:ext uri="{FF2B5EF4-FFF2-40B4-BE49-F238E27FC236}">
                      <a16:creationId xmlns:a16="http://schemas.microsoft.com/office/drawing/2014/main" id="{037133CB-AAFF-C924-61ED-107AAA828A2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001405" y="3014280"/>
                  <a:ext cx="47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7">
              <p14:nvContentPartPr>
                <p14:cNvPr id="1158" name="インク 1157">
                  <a:extLst>
                    <a:ext uri="{FF2B5EF4-FFF2-40B4-BE49-F238E27FC236}">
                      <a16:creationId xmlns:a16="http://schemas.microsoft.com/office/drawing/2014/main" id="{F49C6046-28C7-534B-68BB-6BE0D254B988}"/>
                    </a:ext>
                  </a:extLst>
                </p14:cNvPr>
                <p14:cNvContentPartPr/>
                <p14:nvPr/>
              </p14:nvContentPartPr>
              <p14:xfrm>
                <a:off x="2017245" y="3040200"/>
                <a:ext cx="9360" cy="20520"/>
              </p14:xfrm>
            </p:contentPart>
          </mc:Choice>
          <mc:Fallback xmlns="">
            <p:pic>
              <p:nvPicPr>
                <p:cNvPr id="1158" name="インク 1157">
                  <a:extLst>
                    <a:ext uri="{FF2B5EF4-FFF2-40B4-BE49-F238E27FC236}">
                      <a16:creationId xmlns:a16="http://schemas.microsoft.com/office/drawing/2014/main" id="{F49C6046-28C7-534B-68BB-6BE0D254B98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008245" y="3031560"/>
                  <a:ext cx="27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9">
              <p14:nvContentPartPr>
                <p14:cNvPr id="1161" name="インク 1160">
                  <a:extLst>
                    <a:ext uri="{FF2B5EF4-FFF2-40B4-BE49-F238E27FC236}">
                      <a16:creationId xmlns:a16="http://schemas.microsoft.com/office/drawing/2014/main" id="{EC234D8F-A31D-6232-11FA-1043CA8E256E}"/>
                    </a:ext>
                  </a:extLst>
                </p14:cNvPr>
                <p14:cNvContentPartPr/>
                <p14:nvPr/>
              </p14:nvContentPartPr>
              <p14:xfrm>
                <a:off x="2011485" y="3053520"/>
                <a:ext cx="66240" cy="15840"/>
              </p14:xfrm>
            </p:contentPart>
          </mc:Choice>
          <mc:Fallback xmlns="">
            <p:pic>
              <p:nvPicPr>
                <p:cNvPr id="1161" name="インク 1160">
                  <a:extLst>
                    <a:ext uri="{FF2B5EF4-FFF2-40B4-BE49-F238E27FC236}">
                      <a16:creationId xmlns:a16="http://schemas.microsoft.com/office/drawing/2014/main" id="{EC234D8F-A31D-6232-11FA-1043CA8E256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002845" y="3044880"/>
                  <a:ext cx="83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1">
              <p14:nvContentPartPr>
                <p14:cNvPr id="1162" name="インク 1161">
                  <a:extLst>
                    <a:ext uri="{FF2B5EF4-FFF2-40B4-BE49-F238E27FC236}">
                      <a16:creationId xmlns:a16="http://schemas.microsoft.com/office/drawing/2014/main" id="{B6B6DB53-032E-0F60-6654-D89842E7A58A}"/>
                    </a:ext>
                  </a:extLst>
                </p14:cNvPr>
                <p14:cNvContentPartPr/>
                <p14:nvPr/>
              </p14:nvContentPartPr>
              <p14:xfrm>
                <a:off x="2042085" y="3047760"/>
                <a:ext cx="20880" cy="2160"/>
              </p14:xfrm>
            </p:contentPart>
          </mc:Choice>
          <mc:Fallback xmlns="">
            <p:pic>
              <p:nvPicPr>
                <p:cNvPr id="1162" name="インク 1161">
                  <a:extLst>
                    <a:ext uri="{FF2B5EF4-FFF2-40B4-BE49-F238E27FC236}">
                      <a16:creationId xmlns:a16="http://schemas.microsoft.com/office/drawing/2014/main" id="{B6B6DB53-032E-0F60-6654-D89842E7A58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033085" y="3039120"/>
                  <a:ext cx="38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3">
              <p14:nvContentPartPr>
                <p14:cNvPr id="1163" name="インク 1162">
                  <a:extLst>
                    <a:ext uri="{FF2B5EF4-FFF2-40B4-BE49-F238E27FC236}">
                      <a16:creationId xmlns:a16="http://schemas.microsoft.com/office/drawing/2014/main" id="{6E052B9F-E810-A508-25F0-EEF677EC0D7F}"/>
                    </a:ext>
                  </a:extLst>
                </p14:cNvPr>
                <p14:cNvContentPartPr/>
                <p14:nvPr/>
              </p14:nvContentPartPr>
              <p14:xfrm>
                <a:off x="2042085" y="3036600"/>
                <a:ext cx="19080" cy="6120"/>
              </p14:xfrm>
            </p:contentPart>
          </mc:Choice>
          <mc:Fallback xmlns="">
            <p:pic>
              <p:nvPicPr>
                <p:cNvPr id="1163" name="インク 1162">
                  <a:extLst>
                    <a:ext uri="{FF2B5EF4-FFF2-40B4-BE49-F238E27FC236}">
                      <a16:creationId xmlns:a16="http://schemas.microsoft.com/office/drawing/2014/main" id="{6E052B9F-E810-A508-25F0-EEF677EC0D7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033085" y="3027600"/>
                  <a:ext cx="36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5">
              <p14:nvContentPartPr>
                <p14:cNvPr id="1165" name="インク 1164">
                  <a:extLst>
                    <a:ext uri="{FF2B5EF4-FFF2-40B4-BE49-F238E27FC236}">
                      <a16:creationId xmlns:a16="http://schemas.microsoft.com/office/drawing/2014/main" id="{6F5E2608-C288-CD40-213E-0E74623D2617}"/>
                    </a:ext>
                  </a:extLst>
                </p14:cNvPr>
                <p14:cNvContentPartPr/>
                <p14:nvPr/>
              </p14:nvContentPartPr>
              <p14:xfrm>
                <a:off x="2045685" y="3021120"/>
                <a:ext cx="23040" cy="3600"/>
              </p14:xfrm>
            </p:contentPart>
          </mc:Choice>
          <mc:Fallback xmlns="">
            <p:pic>
              <p:nvPicPr>
                <p:cNvPr id="1165" name="インク 1164">
                  <a:extLst>
                    <a:ext uri="{FF2B5EF4-FFF2-40B4-BE49-F238E27FC236}">
                      <a16:creationId xmlns:a16="http://schemas.microsoft.com/office/drawing/2014/main" id="{6F5E2608-C288-CD40-213E-0E74623D261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037045" y="3012120"/>
                  <a:ext cx="40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7">
              <p14:nvContentPartPr>
                <p14:cNvPr id="1166" name="インク 1165">
                  <a:extLst>
                    <a:ext uri="{FF2B5EF4-FFF2-40B4-BE49-F238E27FC236}">
                      <a16:creationId xmlns:a16="http://schemas.microsoft.com/office/drawing/2014/main" id="{98B21497-1F31-C84A-2BF1-B7FBB650CAF2}"/>
                    </a:ext>
                  </a:extLst>
                </p14:cNvPr>
                <p14:cNvContentPartPr/>
                <p14:nvPr/>
              </p14:nvContentPartPr>
              <p14:xfrm>
                <a:off x="2066925" y="3025080"/>
                <a:ext cx="14040" cy="31680"/>
              </p14:xfrm>
            </p:contentPart>
          </mc:Choice>
          <mc:Fallback xmlns="">
            <p:pic>
              <p:nvPicPr>
                <p:cNvPr id="1166" name="インク 1165">
                  <a:extLst>
                    <a:ext uri="{FF2B5EF4-FFF2-40B4-BE49-F238E27FC236}">
                      <a16:creationId xmlns:a16="http://schemas.microsoft.com/office/drawing/2014/main" id="{98B21497-1F31-C84A-2BF1-B7FBB650CAF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57925" y="3016440"/>
                  <a:ext cx="31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9">
              <p14:nvContentPartPr>
                <p14:cNvPr id="1167" name="インク 1166">
                  <a:extLst>
                    <a:ext uri="{FF2B5EF4-FFF2-40B4-BE49-F238E27FC236}">
                      <a16:creationId xmlns:a16="http://schemas.microsoft.com/office/drawing/2014/main" id="{5FF22DA9-6C52-CC8A-2E08-FC6C90347F49}"/>
                    </a:ext>
                  </a:extLst>
                </p14:cNvPr>
                <p14:cNvContentPartPr/>
                <p14:nvPr/>
              </p14:nvContentPartPr>
              <p14:xfrm>
                <a:off x="2078085" y="3036240"/>
                <a:ext cx="11880" cy="27360"/>
              </p14:xfrm>
            </p:contentPart>
          </mc:Choice>
          <mc:Fallback xmlns="">
            <p:pic>
              <p:nvPicPr>
                <p:cNvPr id="1167" name="インク 1166">
                  <a:extLst>
                    <a:ext uri="{FF2B5EF4-FFF2-40B4-BE49-F238E27FC236}">
                      <a16:creationId xmlns:a16="http://schemas.microsoft.com/office/drawing/2014/main" id="{5FF22DA9-6C52-CC8A-2E08-FC6C90347F4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069445" y="3027600"/>
                  <a:ext cx="29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1">
              <p14:nvContentPartPr>
                <p14:cNvPr id="1168" name="インク 1167">
                  <a:extLst>
                    <a:ext uri="{FF2B5EF4-FFF2-40B4-BE49-F238E27FC236}">
                      <a16:creationId xmlns:a16="http://schemas.microsoft.com/office/drawing/2014/main" id="{724CEEEF-7DAF-981E-93DD-E54AD571F73A}"/>
                    </a:ext>
                  </a:extLst>
                </p14:cNvPr>
                <p14:cNvContentPartPr/>
                <p14:nvPr/>
              </p14:nvContentPartPr>
              <p14:xfrm>
                <a:off x="2074485" y="3049560"/>
                <a:ext cx="9720" cy="19440"/>
              </p14:xfrm>
            </p:contentPart>
          </mc:Choice>
          <mc:Fallback xmlns="">
            <p:pic>
              <p:nvPicPr>
                <p:cNvPr id="1168" name="インク 1167">
                  <a:extLst>
                    <a:ext uri="{FF2B5EF4-FFF2-40B4-BE49-F238E27FC236}">
                      <a16:creationId xmlns:a16="http://schemas.microsoft.com/office/drawing/2014/main" id="{724CEEEF-7DAF-981E-93DD-E54AD571F73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065845" y="3040920"/>
                  <a:ext cx="27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53">
              <p14:nvContentPartPr>
                <p14:cNvPr id="1170" name="インク 1169">
                  <a:extLst>
                    <a:ext uri="{FF2B5EF4-FFF2-40B4-BE49-F238E27FC236}">
                      <a16:creationId xmlns:a16="http://schemas.microsoft.com/office/drawing/2014/main" id="{DB362D8B-5B88-B376-2243-CA68648A75F0}"/>
                    </a:ext>
                  </a:extLst>
                </p14:cNvPr>
                <p14:cNvContentPartPr/>
                <p14:nvPr/>
              </p14:nvContentPartPr>
              <p14:xfrm>
                <a:off x="2013285" y="3040200"/>
                <a:ext cx="2160" cy="360"/>
              </p14:xfrm>
            </p:contentPart>
          </mc:Choice>
          <mc:Fallback xmlns="">
            <p:pic>
              <p:nvPicPr>
                <p:cNvPr id="1170" name="インク 1169">
                  <a:extLst>
                    <a:ext uri="{FF2B5EF4-FFF2-40B4-BE49-F238E27FC236}">
                      <a16:creationId xmlns:a16="http://schemas.microsoft.com/office/drawing/2014/main" id="{DB362D8B-5B88-B376-2243-CA68648A75F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04645" y="3031560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76" name="直線コネクタ 1175">
            <a:extLst>
              <a:ext uri="{FF2B5EF4-FFF2-40B4-BE49-F238E27FC236}">
                <a16:creationId xmlns:a16="http://schemas.microsoft.com/office/drawing/2014/main" id="{10ED675A-9F6E-AB29-6F57-B42FA8A02ECD}"/>
              </a:ext>
            </a:extLst>
          </p:cNvPr>
          <p:cNvCxnSpPr/>
          <p:nvPr/>
        </p:nvCxnSpPr>
        <p:spPr>
          <a:xfrm>
            <a:off x="337532" y="1938866"/>
            <a:ext cx="68294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9" name="直線矢印コネクタ 1178">
            <a:extLst>
              <a:ext uri="{FF2B5EF4-FFF2-40B4-BE49-F238E27FC236}">
                <a16:creationId xmlns:a16="http://schemas.microsoft.com/office/drawing/2014/main" id="{086512AA-8814-9904-BD6D-3E3BFA555476}"/>
              </a:ext>
            </a:extLst>
          </p:cNvPr>
          <p:cNvCxnSpPr>
            <a:cxnSpLocks/>
          </p:cNvCxnSpPr>
          <p:nvPr/>
        </p:nvCxnSpPr>
        <p:spPr>
          <a:xfrm flipH="1">
            <a:off x="2896765" y="1269793"/>
            <a:ext cx="575027" cy="26051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12F812C-CDC3-5937-E2F9-83F3561B9BD7}"/>
              </a:ext>
            </a:extLst>
          </p:cNvPr>
          <p:cNvSpPr txBox="1"/>
          <p:nvPr/>
        </p:nvSpPr>
        <p:spPr>
          <a:xfrm rot="20055419">
            <a:off x="2398518" y="3795594"/>
            <a:ext cx="689921" cy="1200329"/>
          </a:xfrm>
          <a:prstGeom prst="rect">
            <a:avLst/>
          </a:prstGeom>
          <a:noFill/>
          <a:effectLst>
            <a:softEdge rad="0"/>
          </a:effectLst>
          <a:scene3d>
            <a:camera prst="isometricOffAxis2Left">
              <a:rot lat="308776" lon="2591143" rev="5287317"/>
            </a:camera>
            <a:lightRig rig="threePt" dir="t"/>
          </a:scene3d>
          <a:sp3d extrusionH="254000">
            <a:bevelT w="254000" h="254000"/>
            <a:bevelB w="254000" h="254000"/>
          </a:sp3d>
        </p:spPr>
        <p:txBody>
          <a:bodyPr wrap="square" rtlCol="0">
            <a:spAutoFit/>
          </a:bodyPr>
          <a:lstStyle/>
          <a:p>
            <a:r>
              <a:rPr lang="ja-JP" altLang="en-US" sz="7200" dirty="0">
                <a:latin typeface="HGP明朝B" panose="02020800000000000000" pitchFamily="18" charset="-128"/>
                <a:ea typeface="HGP明朝B" panose="02020800000000000000" pitchFamily="18" charset="-128"/>
              </a:rPr>
              <a:t>真</a:t>
            </a:r>
            <a:endParaRPr kumimoji="1" lang="ja-JP" altLang="en-US" sz="72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77" name="3D モデル 1176" descr="釣り針">
                <a:extLst>
                  <a:ext uri="{FF2B5EF4-FFF2-40B4-BE49-F238E27FC236}">
                    <a16:creationId xmlns:a16="http://schemas.microsoft.com/office/drawing/2014/main" id="{13216F15-26F3-00F9-BF74-A04C43EE9D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5845837"/>
                  </p:ext>
                </p:extLst>
              </p:nvPr>
            </p:nvGraphicFramePr>
            <p:xfrm>
              <a:off x="2666013" y="3603471"/>
              <a:ext cx="360761" cy="1080732"/>
            </p:xfrm>
            <a:graphic>
              <a:graphicData uri="http://schemas.microsoft.com/office/drawing/2017/model3d">
                <am3d:model3d r:embed="rId155">
                  <am3d:spPr>
                    <a:xfrm>
                      <a:off x="0" y="0"/>
                      <a:ext cx="360761" cy="1080732"/>
                    </a:xfrm>
                    <a:prstGeom prst="rect">
                      <a:avLst/>
                    </a:prstGeom>
                  </am3d:spPr>
                  <am3d:camera>
                    <am3d:pos x="0" y="0" z="559208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752262" d="1000000"/>
                    <am3d:preTrans dx="2981291" dy="-387899" dz="2830758"/>
                    <am3d:scale>
                      <am3d:sx n="1000000" d="1000000"/>
                      <am3d:sy n="1000000" d="1000000"/>
                      <am3d:sz n="1000000" d="1000000"/>
                    </am3d:scale>
                    <am3d:rot ax="447086" ay="4386584" az="427996"/>
                    <am3d:postTrans dx="0" dy="0" dz="0"/>
                  </am3d:trans>
                  <am3d:raster rName="Office3DRenderer" rVer="16.0.8326">
                    <am3d:blip r:embed="rId156"/>
                  </am3d:raster>
                  <am3d:objViewport viewportSz="12507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77" name="3D モデル 1176" descr="釣り針">
                <a:extLst>
                  <a:ext uri="{FF2B5EF4-FFF2-40B4-BE49-F238E27FC236}">
                    <a16:creationId xmlns:a16="http://schemas.microsoft.com/office/drawing/2014/main" id="{13216F15-26F3-00F9-BF74-A04C43EE9D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666013" y="3603471"/>
                <a:ext cx="360761" cy="1080732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F68BFEC-811D-442F-DAD1-F34481C2F97D}"/>
              </a:ext>
            </a:extLst>
          </p:cNvPr>
          <p:cNvSpPr/>
          <p:nvPr/>
        </p:nvSpPr>
        <p:spPr>
          <a:xfrm>
            <a:off x="395187" y="1387986"/>
            <a:ext cx="3339575" cy="482610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09EC4643-9A8B-1031-7294-596F4A789996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174" y="3804397"/>
            <a:ext cx="918430" cy="918063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186" name="図 1185">
            <a:extLst>
              <a:ext uri="{FF2B5EF4-FFF2-40B4-BE49-F238E27FC236}">
                <a16:creationId xmlns:a16="http://schemas.microsoft.com/office/drawing/2014/main" id="{6FBFB8D3-7FF9-3D8F-A226-25913FBEBFE4}"/>
              </a:ext>
            </a:extLst>
          </p:cNvPr>
          <p:cNvPicPr>
            <a:picLocks noChangeAspect="1"/>
          </p:cNvPicPr>
          <p:nvPr/>
        </p:nvPicPr>
        <p:blipFill>
          <a:blip r:embed="rId158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7" t="6814" r="14902" b="8957"/>
          <a:stretch>
            <a:fillRect/>
          </a:stretch>
        </p:blipFill>
        <p:spPr>
          <a:xfrm>
            <a:off x="302247" y="1276683"/>
            <a:ext cx="6869766" cy="3858767"/>
          </a:xfrm>
          <a:prstGeom prst="rect">
            <a:avLst/>
          </a:prstGeom>
        </p:spPr>
      </p:pic>
      <p:pic>
        <p:nvPicPr>
          <p:cNvPr id="1215" name="図 1214">
            <a:extLst>
              <a:ext uri="{FF2B5EF4-FFF2-40B4-BE49-F238E27FC236}">
                <a16:creationId xmlns:a16="http://schemas.microsoft.com/office/drawing/2014/main" id="{1B25F93C-3B96-A420-317C-B2C8EDD7DABA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41" t="50000" r="28376"/>
          <a:stretch>
            <a:fillRect/>
          </a:stretch>
        </p:blipFill>
        <p:spPr>
          <a:xfrm>
            <a:off x="1943981" y="3353702"/>
            <a:ext cx="372138" cy="1748204"/>
          </a:xfrm>
          <a:prstGeom prst="rect">
            <a:avLst/>
          </a:prstGeom>
        </p:spPr>
      </p:pic>
      <p:pic>
        <p:nvPicPr>
          <p:cNvPr id="1318" name="図 1317">
            <a:extLst>
              <a:ext uri="{FF2B5EF4-FFF2-40B4-BE49-F238E27FC236}">
                <a16:creationId xmlns:a16="http://schemas.microsoft.com/office/drawing/2014/main" id="{2FC05ED9-03F6-0D72-2677-2E3A986C14BF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00" y="4450829"/>
            <a:ext cx="1206964" cy="679906"/>
          </a:xfrm>
          <a:prstGeom prst="rect">
            <a:avLst/>
          </a:prstGeom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14C7D69-02AD-C8EA-5AD0-7456BCD155A9}"/>
              </a:ext>
            </a:extLst>
          </p:cNvPr>
          <p:cNvSpPr txBox="1"/>
          <p:nvPr/>
        </p:nvSpPr>
        <p:spPr>
          <a:xfrm>
            <a:off x="418085" y="1368448"/>
            <a:ext cx="2473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お題</a:t>
            </a:r>
            <a:r>
              <a:rPr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 :</a:t>
            </a:r>
            <a:r>
              <a:rPr kumimoji="1" lang="en-US" altLang="ja-JP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【</a:t>
            </a:r>
            <a:r>
              <a:rPr kumimoji="1" lang="ja-JP" altLang="en-US" sz="2000" dirty="0">
                <a:solidFill>
                  <a:srgbClr val="FF0000"/>
                </a:solidFill>
                <a:latin typeface="HG明朝E" panose="02020909000000000000" pitchFamily="17" charset="-128"/>
                <a:ea typeface="HG明朝E" panose="02020909000000000000" pitchFamily="17" charset="-128"/>
              </a:rPr>
              <a:t>〇</a:t>
            </a:r>
            <a:r>
              <a:rPr lang="ja-JP" altLang="en-US" sz="2000" dirty="0">
                <a:latin typeface="HG明朝E" panose="02020909000000000000" pitchFamily="17" charset="-128"/>
                <a:ea typeface="HG明朝E" panose="02020909000000000000" pitchFamily="17" charset="-128"/>
              </a:rPr>
              <a:t>面目</a:t>
            </a:r>
            <a:r>
              <a:rPr kumimoji="1" lang="en-US" altLang="ja-JP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】</a:t>
            </a:r>
            <a:endParaRPr kumimoji="1" lang="ja-JP" altLang="en-US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1">
            <p14:nvContentPartPr>
              <p14:cNvPr id="1319" name="インク 1318">
                <a:extLst>
                  <a:ext uri="{FF2B5EF4-FFF2-40B4-BE49-F238E27FC236}">
                    <a16:creationId xmlns:a16="http://schemas.microsoft.com/office/drawing/2014/main" id="{B0E03788-6B84-0D9A-F0D6-7A681EA72160}"/>
                  </a:ext>
                </a:extLst>
              </p14:cNvPr>
              <p14:cNvContentPartPr/>
              <p14:nvPr/>
            </p14:nvContentPartPr>
            <p14:xfrm>
              <a:off x="6095295" y="5589000"/>
              <a:ext cx="139320" cy="6120"/>
            </p14:xfrm>
          </p:contentPart>
        </mc:Choice>
        <mc:Fallback>
          <p:pic>
            <p:nvPicPr>
              <p:cNvPr id="1319" name="インク 1318">
                <a:extLst>
                  <a:ext uri="{FF2B5EF4-FFF2-40B4-BE49-F238E27FC236}">
                    <a16:creationId xmlns:a16="http://schemas.microsoft.com/office/drawing/2014/main" id="{B0E03788-6B84-0D9A-F0D6-7A681EA72160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086272" y="5580000"/>
                <a:ext cx="157006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3">
            <p14:nvContentPartPr>
              <p14:cNvPr id="1320" name="インク 1319">
                <a:extLst>
                  <a:ext uri="{FF2B5EF4-FFF2-40B4-BE49-F238E27FC236}">
                    <a16:creationId xmlns:a16="http://schemas.microsoft.com/office/drawing/2014/main" id="{71A57FCB-F178-2C05-8746-A1AD80A40232}"/>
                  </a:ext>
                </a:extLst>
              </p14:cNvPr>
              <p14:cNvContentPartPr/>
              <p14:nvPr/>
            </p14:nvContentPartPr>
            <p14:xfrm>
              <a:off x="6090255" y="5589000"/>
              <a:ext cx="148320" cy="13680"/>
            </p14:xfrm>
          </p:contentPart>
        </mc:Choice>
        <mc:Fallback>
          <p:pic>
            <p:nvPicPr>
              <p:cNvPr id="1320" name="インク 1319">
                <a:extLst>
                  <a:ext uri="{FF2B5EF4-FFF2-40B4-BE49-F238E27FC236}">
                    <a16:creationId xmlns:a16="http://schemas.microsoft.com/office/drawing/2014/main" id="{71A57FCB-F178-2C05-8746-A1AD80A40232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081255" y="5580000"/>
                <a:ext cx="1659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5">
            <p14:nvContentPartPr>
              <p14:cNvPr id="1333" name="インク 1332">
                <a:extLst>
                  <a:ext uri="{FF2B5EF4-FFF2-40B4-BE49-F238E27FC236}">
                    <a16:creationId xmlns:a16="http://schemas.microsoft.com/office/drawing/2014/main" id="{D02204F4-4649-7DED-C1CB-714C612A4D34}"/>
                  </a:ext>
                </a:extLst>
              </p14:cNvPr>
              <p14:cNvContentPartPr/>
              <p14:nvPr/>
            </p14:nvContentPartPr>
            <p14:xfrm>
              <a:off x="6150735" y="5633640"/>
              <a:ext cx="84960" cy="15120"/>
            </p14:xfrm>
          </p:contentPart>
        </mc:Choice>
        <mc:Fallback>
          <p:pic>
            <p:nvPicPr>
              <p:cNvPr id="1333" name="インク 1332">
                <a:extLst>
                  <a:ext uri="{FF2B5EF4-FFF2-40B4-BE49-F238E27FC236}">
                    <a16:creationId xmlns:a16="http://schemas.microsoft.com/office/drawing/2014/main" id="{D02204F4-4649-7DED-C1CB-714C612A4D3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141735" y="5624640"/>
                <a:ext cx="1026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7">
            <p14:nvContentPartPr>
              <p14:cNvPr id="1332" name="インク 1331">
                <a:extLst>
                  <a:ext uri="{FF2B5EF4-FFF2-40B4-BE49-F238E27FC236}">
                    <a16:creationId xmlns:a16="http://schemas.microsoft.com/office/drawing/2014/main" id="{ED06E8D4-4C14-1D65-0371-A7AAFDC8B05D}"/>
                  </a:ext>
                </a:extLst>
              </p14:cNvPr>
              <p14:cNvContentPartPr/>
              <p14:nvPr/>
            </p14:nvContentPartPr>
            <p14:xfrm>
              <a:off x="6146775" y="5636880"/>
              <a:ext cx="16560" cy="2880"/>
            </p14:xfrm>
          </p:contentPart>
        </mc:Choice>
        <mc:Fallback>
          <p:pic>
            <p:nvPicPr>
              <p:cNvPr id="1332" name="インク 1331">
                <a:extLst>
                  <a:ext uri="{FF2B5EF4-FFF2-40B4-BE49-F238E27FC236}">
                    <a16:creationId xmlns:a16="http://schemas.microsoft.com/office/drawing/2014/main" id="{ED06E8D4-4C14-1D65-0371-A7AAFDC8B05D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137575" y="5627880"/>
                <a:ext cx="34592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9">
            <p14:nvContentPartPr>
              <p14:cNvPr id="1340" name="インク 1339">
                <a:extLst>
                  <a:ext uri="{FF2B5EF4-FFF2-40B4-BE49-F238E27FC236}">
                    <a16:creationId xmlns:a16="http://schemas.microsoft.com/office/drawing/2014/main" id="{A5062EDB-1700-4673-E5A7-57D07C0FDA2C}"/>
                  </a:ext>
                </a:extLst>
              </p14:cNvPr>
              <p14:cNvContentPartPr/>
              <p14:nvPr/>
            </p14:nvContentPartPr>
            <p14:xfrm>
              <a:off x="6087735" y="5678280"/>
              <a:ext cx="147240" cy="8280"/>
            </p14:xfrm>
          </p:contentPart>
        </mc:Choice>
        <mc:Fallback>
          <p:pic>
            <p:nvPicPr>
              <p:cNvPr id="1340" name="インク 1339">
                <a:extLst>
                  <a:ext uri="{FF2B5EF4-FFF2-40B4-BE49-F238E27FC236}">
                    <a16:creationId xmlns:a16="http://schemas.microsoft.com/office/drawing/2014/main" id="{A5062EDB-1700-4673-E5A7-57D07C0FDA2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6078735" y="5669655"/>
                <a:ext cx="164880" cy="25185"/>
              </a:xfrm>
              <a:prstGeom prst="rect">
                <a:avLst/>
              </a:prstGeom>
            </p:spPr>
          </p:pic>
        </mc:Fallback>
      </mc:AlternateContent>
      <p:grpSp>
        <p:nvGrpSpPr>
          <p:cNvPr id="1348" name="グループ化 1347">
            <a:extLst>
              <a:ext uri="{FF2B5EF4-FFF2-40B4-BE49-F238E27FC236}">
                <a16:creationId xmlns:a16="http://schemas.microsoft.com/office/drawing/2014/main" id="{71829C47-3BED-E71A-D7BE-0E9A5359093B}"/>
              </a:ext>
            </a:extLst>
          </p:cNvPr>
          <p:cNvGrpSpPr/>
          <p:nvPr/>
        </p:nvGrpSpPr>
        <p:grpSpPr>
          <a:xfrm>
            <a:off x="6085935" y="5587200"/>
            <a:ext cx="149040" cy="109080"/>
            <a:chOff x="6120645" y="5587200"/>
            <a:chExt cx="149040" cy="1090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1">
              <p14:nvContentPartPr>
                <p14:cNvPr id="1322" name="インク 1321">
                  <a:extLst>
                    <a:ext uri="{FF2B5EF4-FFF2-40B4-BE49-F238E27FC236}">
                      <a16:creationId xmlns:a16="http://schemas.microsoft.com/office/drawing/2014/main" id="{32AD7C07-A140-9E31-13E2-BA0C1BFF0E2E}"/>
                    </a:ext>
                  </a:extLst>
                </p14:cNvPr>
                <p14:cNvContentPartPr/>
                <p14:nvPr/>
              </p14:nvContentPartPr>
              <p14:xfrm>
                <a:off x="6124245" y="5598720"/>
                <a:ext cx="78120" cy="4320"/>
              </p14:xfrm>
            </p:contentPart>
          </mc:Choice>
          <mc:Fallback xmlns="">
            <p:pic>
              <p:nvPicPr>
                <p:cNvPr id="1322" name="インク 1321">
                  <a:extLst>
                    <a:ext uri="{FF2B5EF4-FFF2-40B4-BE49-F238E27FC236}">
                      <a16:creationId xmlns:a16="http://schemas.microsoft.com/office/drawing/2014/main" id="{32AD7C07-A140-9E31-13E2-BA0C1BFF0E2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115605" y="5589720"/>
                  <a:ext cx="957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3">
              <p14:nvContentPartPr>
                <p14:cNvPr id="1323" name="インク 1322">
                  <a:extLst>
                    <a:ext uri="{FF2B5EF4-FFF2-40B4-BE49-F238E27FC236}">
                      <a16:creationId xmlns:a16="http://schemas.microsoft.com/office/drawing/2014/main" id="{9E5DC57D-71E8-791E-4E03-B6047F2EC1D4}"/>
                    </a:ext>
                  </a:extLst>
                </p14:cNvPr>
                <p14:cNvContentPartPr/>
                <p14:nvPr/>
              </p14:nvContentPartPr>
              <p14:xfrm>
                <a:off x="6120645" y="5587200"/>
                <a:ext cx="360" cy="15120"/>
              </p14:xfrm>
            </p:contentPart>
          </mc:Choice>
          <mc:Fallback xmlns="">
            <p:pic>
              <p:nvPicPr>
                <p:cNvPr id="1323" name="インク 1322">
                  <a:extLst>
                    <a:ext uri="{FF2B5EF4-FFF2-40B4-BE49-F238E27FC236}">
                      <a16:creationId xmlns:a16="http://schemas.microsoft.com/office/drawing/2014/main" id="{9E5DC57D-71E8-791E-4E03-B6047F2EC1D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11645" y="5578200"/>
                  <a:ext cx="18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5">
              <p14:nvContentPartPr>
                <p14:cNvPr id="1324" name="インク 1323">
                  <a:extLst>
                    <a:ext uri="{FF2B5EF4-FFF2-40B4-BE49-F238E27FC236}">
                      <a16:creationId xmlns:a16="http://schemas.microsoft.com/office/drawing/2014/main" id="{12BBAD56-9C98-754F-D9B2-A467B001387B}"/>
                    </a:ext>
                  </a:extLst>
                </p14:cNvPr>
                <p14:cNvContentPartPr/>
                <p14:nvPr/>
              </p14:nvContentPartPr>
              <p14:xfrm>
                <a:off x="6143325" y="5591160"/>
                <a:ext cx="28800" cy="360"/>
              </p14:xfrm>
            </p:contentPart>
          </mc:Choice>
          <mc:Fallback xmlns="">
            <p:pic>
              <p:nvPicPr>
                <p:cNvPr id="1324" name="インク 1323">
                  <a:extLst>
                    <a:ext uri="{FF2B5EF4-FFF2-40B4-BE49-F238E27FC236}">
                      <a16:creationId xmlns:a16="http://schemas.microsoft.com/office/drawing/2014/main" id="{12BBAD56-9C98-754F-D9B2-A467B001387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34685" y="5582160"/>
                  <a:ext cx="46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7">
              <p14:nvContentPartPr>
                <p14:cNvPr id="1326" name="インク 1325">
                  <a:extLst>
                    <a:ext uri="{FF2B5EF4-FFF2-40B4-BE49-F238E27FC236}">
                      <a16:creationId xmlns:a16="http://schemas.microsoft.com/office/drawing/2014/main" id="{E4FBBE06-8BE1-47C8-8724-9A795BA3AA37}"/>
                    </a:ext>
                  </a:extLst>
                </p14:cNvPr>
                <p14:cNvContentPartPr/>
                <p14:nvPr/>
              </p14:nvContentPartPr>
              <p14:xfrm>
                <a:off x="6120645" y="5632920"/>
                <a:ext cx="139320" cy="8280"/>
              </p14:xfrm>
            </p:contentPart>
          </mc:Choice>
          <mc:Fallback xmlns="">
            <p:pic>
              <p:nvPicPr>
                <p:cNvPr id="1326" name="インク 1325">
                  <a:extLst>
                    <a:ext uri="{FF2B5EF4-FFF2-40B4-BE49-F238E27FC236}">
                      <a16:creationId xmlns:a16="http://schemas.microsoft.com/office/drawing/2014/main" id="{E4FBBE06-8BE1-47C8-8724-9A795BA3AA3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11645" y="5623920"/>
                  <a:ext cx="156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79">
              <p14:nvContentPartPr>
                <p14:cNvPr id="1327" name="インク 1326">
                  <a:extLst>
                    <a:ext uri="{FF2B5EF4-FFF2-40B4-BE49-F238E27FC236}">
                      <a16:creationId xmlns:a16="http://schemas.microsoft.com/office/drawing/2014/main" id="{E7A71F35-8F41-2130-96E8-68A8718206F6}"/>
                    </a:ext>
                  </a:extLst>
                </p14:cNvPr>
                <p14:cNvContentPartPr/>
                <p14:nvPr/>
              </p14:nvContentPartPr>
              <p14:xfrm>
                <a:off x="6122445" y="5642280"/>
                <a:ext cx="68760" cy="2520"/>
              </p14:xfrm>
            </p:contentPart>
          </mc:Choice>
          <mc:Fallback xmlns="">
            <p:pic>
              <p:nvPicPr>
                <p:cNvPr id="1327" name="インク 1326">
                  <a:extLst>
                    <a:ext uri="{FF2B5EF4-FFF2-40B4-BE49-F238E27FC236}">
                      <a16:creationId xmlns:a16="http://schemas.microsoft.com/office/drawing/2014/main" id="{E7A71F35-8F41-2130-96E8-68A8718206F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13805" y="5633640"/>
                  <a:ext cx="86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1">
              <p14:nvContentPartPr>
                <p14:cNvPr id="1335" name="インク 1334">
                  <a:extLst>
                    <a:ext uri="{FF2B5EF4-FFF2-40B4-BE49-F238E27FC236}">
                      <a16:creationId xmlns:a16="http://schemas.microsoft.com/office/drawing/2014/main" id="{0052016B-E45D-CB95-7C09-8D773C7FF842}"/>
                    </a:ext>
                  </a:extLst>
                </p14:cNvPr>
                <p14:cNvContentPartPr/>
                <p14:nvPr/>
              </p14:nvContentPartPr>
              <p14:xfrm>
                <a:off x="6122445" y="5648040"/>
                <a:ext cx="360" cy="360"/>
              </p14:xfrm>
            </p:contentPart>
          </mc:Choice>
          <mc:Fallback xmlns="">
            <p:pic>
              <p:nvPicPr>
                <p:cNvPr id="1335" name="インク 1334">
                  <a:extLst>
                    <a:ext uri="{FF2B5EF4-FFF2-40B4-BE49-F238E27FC236}">
                      <a16:creationId xmlns:a16="http://schemas.microsoft.com/office/drawing/2014/main" id="{0052016B-E45D-CB95-7C09-8D773C7FF84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113805" y="5639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3">
              <p14:nvContentPartPr>
                <p14:cNvPr id="1338" name="インク 1337">
                  <a:extLst>
                    <a:ext uri="{FF2B5EF4-FFF2-40B4-BE49-F238E27FC236}">
                      <a16:creationId xmlns:a16="http://schemas.microsoft.com/office/drawing/2014/main" id="{1C679AA9-B70E-0B85-D322-E4811735BCAD}"/>
                    </a:ext>
                  </a:extLst>
                </p14:cNvPr>
                <p14:cNvContentPartPr/>
                <p14:nvPr/>
              </p14:nvContentPartPr>
              <p14:xfrm>
                <a:off x="6269325" y="5648040"/>
                <a:ext cx="360" cy="360"/>
              </p14:xfrm>
            </p:contentPart>
          </mc:Choice>
          <mc:Fallback xmlns="">
            <p:pic>
              <p:nvPicPr>
                <p:cNvPr id="1338" name="インク 1337">
                  <a:extLst>
                    <a:ext uri="{FF2B5EF4-FFF2-40B4-BE49-F238E27FC236}">
                      <a16:creationId xmlns:a16="http://schemas.microsoft.com/office/drawing/2014/main" id="{1C679AA9-B70E-0B85-D322-E4811735BCA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260325" y="5639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5">
              <p14:nvContentPartPr>
                <p14:cNvPr id="1344" name="インク 1343">
                  <a:extLst>
                    <a:ext uri="{FF2B5EF4-FFF2-40B4-BE49-F238E27FC236}">
                      <a16:creationId xmlns:a16="http://schemas.microsoft.com/office/drawing/2014/main" id="{24C98132-6BB8-655F-4FBC-4B505C372047}"/>
                    </a:ext>
                  </a:extLst>
                </p14:cNvPr>
                <p14:cNvContentPartPr/>
                <p14:nvPr/>
              </p14:nvContentPartPr>
              <p14:xfrm>
                <a:off x="6130005" y="5691960"/>
                <a:ext cx="138240" cy="3960"/>
              </p14:xfrm>
            </p:contentPart>
          </mc:Choice>
          <mc:Fallback xmlns="">
            <p:pic>
              <p:nvPicPr>
                <p:cNvPr id="1344" name="インク 1343">
                  <a:extLst>
                    <a:ext uri="{FF2B5EF4-FFF2-40B4-BE49-F238E27FC236}">
                      <a16:creationId xmlns:a16="http://schemas.microsoft.com/office/drawing/2014/main" id="{24C98132-6BB8-655F-4FBC-4B505C37204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121365" y="5683320"/>
                  <a:ext cx="155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7">
              <p14:nvContentPartPr>
                <p14:cNvPr id="1346" name="インク 1345">
                  <a:extLst>
                    <a:ext uri="{FF2B5EF4-FFF2-40B4-BE49-F238E27FC236}">
                      <a16:creationId xmlns:a16="http://schemas.microsoft.com/office/drawing/2014/main" id="{5EAD6E92-8DF6-8709-DCE9-C2B4CD77E1A7}"/>
                    </a:ext>
                  </a:extLst>
                </p14:cNvPr>
                <p14:cNvContentPartPr/>
                <p14:nvPr/>
              </p14:nvContentPartPr>
              <p14:xfrm>
                <a:off x="6126405" y="5695920"/>
                <a:ext cx="360" cy="360"/>
              </p14:xfrm>
            </p:contentPart>
          </mc:Choice>
          <mc:Fallback xmlns="">
            <p:pic>
              <p:nvPicPr>
                <p:cNvPr id="1346" name="インク 1345">
                  <a:extLst>
                    <a:ext uri="{FF2B5EF4-FFF2-40B4-BE49-F238E27FC236}">
                      <a16:creationId xmlns:a16="http://schemas.microsoft.com/office/drawing/2014/main" id="{5EAD6E92-8DF6-8709-DCE9-C2B4CD77E1A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117405" y="56869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9">
              <p14:nvContentPartPr>
                <p14:cNvPr id="1347" name="インク 1346">
                  <a:extLst>
                    <a:ext uri="{FF2B5EF4-FFF2-40B4-BE49-F238E27FC236}">
                      <a16:creationId xmlns:a16="http://schemas.microsoft.com/office/drawing/2014/main" id="{4844DD5C-E98F-7E99-1F8D-CC8E863B3ECB}"/>
                    </a:ext>
                  </a:extLst>
                </p14:cNvPr>
                <p14:cNvContentPartPr/>
                <p14:nvPr/>
              </p14:nvContentPartPr>
              <p14:xfrm>
                <a:off x="6124245" y="5688000"/>
                <a:ext cx="360" cy="360"/>
              </p14:xfrm>
            </p:contentPart>
          </mc:Choice>
          <mc:Fallback xmlns="">
            <p:pic>
              <p:nvPicPr>
                <p:cNvPr id="1347" name="インク 1346">
                  <a:extLst>
                    <a:ext uri="{FF2B5EF4-FFF2-40B4-BE49-F238E27FC236}">
                      <a16:creationId xmlns:a16="http://schemas.microsoft.com/office/drawing/2014/main" id="{4844DD5C-E98F-7E99-1F8D-CC8E863B3EC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115605" y="56793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51" name="テキスト ボックス 1350">
            <a:extLst>
              <a:ext uri="{FF2B5EF4-FFF2-40B4-BE49-F238E27FC236}">
                <a16:creationId xmlns:a16="http://schemas.microsoft.com/office/drawing/2014/main" id="{E7A5FB97-24C1-F6AE-6EAB-F6D448DC47E4}"/>
              </a:ext>
            </a:extLst>
          </p:cNvPr>
          <p:cNvSpPr txBox="1"/>
          <p:nvPr/>
        </p:nvSpPr>
        <p:spPr>
          <a:xfrm>
            <a:off x="476068" y="4154666"/>
            <a:ext cx="910696" cy="30777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HGS明朝E" panose="02020900000000000000" pitchFamily="18" charset="-128"/>
                <a:ea typeface="HGS明朝E" panose="02020900000000000000" pitchFamily="18" charset="-128"/>
              </a:rPr>
              <a:t>相手画面</a:t>
            </a:r>
          </a:p>
        </p:txBody>
      </p:sp>
      <p:sp>
        <p:nvSpPr>
          <p:cNvPr id="1353" name="正方形/長方形 1352">
            <a:extLst>
              <a:ext uri="{FF2B5EF4-FFF2-40B4-BE49-F238E27FC236}">
                <a16:creationId xmlns:a16="http://schemas.microsoft.com/office/drawing/2014/main" id="{065E13BA-3338-CAEC-D0B8-95BBBF258324}"/>
              </a:ext>
            </a:extLst>
          </p:cNvPr>
          <p:cNvSpPr/>
          <p:nvPr/>
        </p:nvSpPr>
        <p:spPr>
          <a:xfrm>
            <a:off x="5340387" y="1386465"/>
            <a:ext cx="1779982" cy="482610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54" name="テキスト ボックス 1353">
            <a:extLst>
              <a:ext uri="{FF2B5EF4-FFF2-40B4-BE49-F238E27FC236}">
                <a16:creationId xmlns:a16="http://schemas.microsoft.com/office/drawing/2014/main" id="{DACFCADB-62B0-5619-955C-1A250C6D03E3}"/>
              </a:ext>
            </a:extLst>
          </p:cNvPr>
          <p:cNvSpPr txBox="1"/>
          <p:nvPr/>
        </p:nvSpPr>
        <p:spPr>
          <a:xfrm>
            <a:off x="5353425" y="143356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残り２分２１秒</a:t>
            </a:r>
          </a:p>
        </p:txBody>
      </p:sp>
    </p:spTree>
    <p:extLst>
      <p:ext uri="{BB962C8B-B14F-4D97-AF65-F5344CB8AC3E}">
        <p14:creationId xmlns:p14="http://schemas.microsoft.com/office/powerpoint/2010/main" val="405297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188</Words>
  <Application>Microsoft Office PowerPoint</Application>
  <PresentationFormat>ワイド画面</PresentationFormat>
  <Paragraphs>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HGP明朝B</vt:lpstr>
      <vt:lpstr>HGS明朝E</vt:lpstr>
      <vt:lpstr>HG明朝E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いっと 田中</dc:creator>
  <cp:lastModifiedBy>いっと 田中</cp:lastModifiedBy>
  <cp:revision>184</cp:revision>
  <dcterms:created xsi:type="dcterms:W3CDTF">2026-05-11T19:08:36Z</dcterms:created>
  <dcterms:modified xsi:type="dcterms:W3CDTF">2026-07-25T03:37:28Z</dcterms:modified>
</cp:coreProperties>
</file>